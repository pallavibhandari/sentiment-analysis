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y="5143500" cx="9144000"/>
  <p:notesSz cx="6858000" cy="9144000"/>
  <p:embeddedFontLst>
    <p:embeddedFont>
      <p:font typeface="Nunito SemiBold"/>
      <p:regular r:id="rId44"/>
      <p:bold r:id="rId45"/>
      <p:italic r:id="rId46"/>
      <p:boldItalic r:id="rId47"/>
    </p:embeddedFont>
    <p:embeddedFont>
      <p:font typeface="Nunito"/>
      <p:regular r:id="rId48"/>
      <p:bold r:id="rId49"/>
      <p:italic r:id="rId50"/>
      <p:boldItalic r:id="rId51"/>
    </p:embeddedFont>
    <p:embeddedFont>
      <p:font typeface="Nunito ExtraBold"/>
      <p:bold r:id="rId52"/>
      <p:boldItalic r:id="rId53"/>
    </p:embeddedFont>
    <p:embeddedFont>
      <p:font typeface="Nunito Medium"/>
      <p:regular r:id="rId54"/>
      <p:bold r:id="rId55"/>
      <p:italic r:id="rId56"/>
      <p:boldItalic r:id="rId57"/>
    </p:embeddedFont>
    <p:embeddedFont>
      <p:font typeface="Century Gothic"/>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62" roundtripDataSignature="AMtx7mhkMpBrKXHezrBmVC396xCxG2Nh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4EFFE65-77D1-42DD-8D3C-E524B3D4A614}">
  <a:tblStyle styleId="{44EFFE65-77D1-42DD-8D3C-E524B3D4A614}" styleName="Table_0">
    <a:wholeTbl>
      <a:tcTxStyle b="off" i="off">
        <a:font>
          <a:latin typeface="Arial"/>
          <a:ea typeface="Arial"/>
          <a:cs typeface="Arial"/>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rgbClr val="5B9BD5"/>
              </a:solidFill>
              <a:prstDash val="solid"/>
              <a:round/>
              <a:headEnd len="sm" w="sm" type="none"/>
              <a:tailEnd len="sm" w="sm" type="none"/>
            </a:ln>
          </a:top>
          <a:bottom>
            <a:ln cap="flat" cmpd="sng" w="12700">
              <a:solidFill>
                <a:srgbClr val="5B9BD5"/>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tcStyle>
        <a:fill>
          <a:solidFill>
            <a:srgbClr val="5B9BD5">
              <a:alpha val="20000"/>
            </a:srgbClr>
          </a:solidFill>
        </a:fill>
      </a:tcStyle>
    </a:band1H>
    <a:band2H>
      <a:tcTxStyle b="off" i="off"/>
    </a:band2H>
    <a:band1V>
      <a:tcTxStyle b="off" i="off"/>
      <a:tcStyle>
        <a:fill>
          <a:solidFill>
            <a:srgbClr val="5B9BD5">
              <a:alpha val="20000"/>
            </a:srgbClr>
          </a:solidFill>
        </a:fill>
      </a:tcStyle>
    </a:band1V>
    <a:band2V>
      <a:tcTxStyle b="off" i="off"/>
    </a:band2V>
    <a:lastCol>
      <a:tcTxStyle b="on" i="off"/>
    </a:lastCol>
    <a:firstCol>
      <a:tcTxStyle b="on" i="off"/>
    </a:firstCol>
    <a:lastRow>
      <a:tcTxStyle b="on" i="off"/>
      <a:tcStyle>
        <a:tcBdr>
          <a:top>
            <a:ln cap="flat" cmpd="sng" w="12700">
              <a:solidFill>
                <a:srgbClr val="5B9BD5"/>
              </a:solidFill>
              <a:prstDash val="solid"/>
              <a:round/>
              <a:headEnd len="sm" w="sm" type="none"/>
              <a:tailEnd len="sm" w="sm" type="none"/>
            </a:ln>
          </a:top>
        </a:tcBdr>
        <a:fill>
          <a:solidFill>
            <a:srgbClr val="FFFFFF">
              <a:alpha val="0"/>
            </a:srgbClr>
          </a:solidFill>
        </a:fill>
      </a:tcStyle>
    </a:lastRow>
    <a:seCell>
      <a:tcTxStyle b="off" i="off"/>
    </a:seCell>
    <a:swCell>
      <a:tcTxStyle b="off" i="off"/>
    </a:swCell>
    <a:firstRow>
      <a:tcTxStyle b="on" i="off"/>
      <a:tcStyle>
        <a:tcBdr>
          <a:bottom>
            <a:ln cap="flat" cmpd="sng" w="12700">
              <a:solidFill>
                <a:srgbClr val="5B9BD5"/>
              </a:solidFill>
              <a:prstDash val="solid"/>
              <a:round/>
              <a:headEnd len="sm" w="sm" type="none"/>
              <a:tailEnd len="sm" w="sm" type="none"/>
            </a:ln>
          </a:bottom>
        </a:tcBdr>
        <a:fill>
          <a:solidFill>
            <a:srgbClr val="FFFFFF">
              <a:alpha val="0"/>
            </a:srgbClr>
          </a:solidFill>
        </a:fill>
      </a:tcStyle>
    </a:firstRow>
    <a:neCell>
      <a:tcTxStyle b="off" i="off"/>
    </a:neCell>
    <a:nwCell>
      <a:tcTxStyle b="off" i="off"/>
    </a:nwCell>
  </a:tblStyle>
  <a:tblStyle styleId="{501A84E0-5C8D-4233-A7C5-8CDBBAD691D2}"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font" Target="fonts/NunitoSemiBold-regular.fntdata"/><Relationship Id="rId43" Type="http://schemas.openxmlformats.org/officeDocument/2006/relationships/slide" Target="slides/slide36.xml"/><Relationship Id="rId46" Type="http://schemas.openxmlformats.org/officeDocument/2006/relationships/font" Target="fonts/NunitoSemiBold-italic.fntdata"/><Relationship Id="rId45" Type="http://schemas.openxmlformats.org/officeDocument/2006/relationships/font" Target="fonts/NunitoSemiBo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Nunito-regular.fntdata"/><Relationship Id="rId47" Type="http://schemas.openxmlformats.org/officeDocument/2006/relationships/font" Target="fonts/NunitoSemiBold-boldItalic.fntdata"/><Relationship Id="rId49" Type="http://schemas.openxmlformats.org/officeDocument/2006/relationships/font" Target="fonts/Nunito-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customschemas.google.com/relationships/presentationmetadata" Target="metadata"/><Relationship Id="rId61" Type="http://schemas.openxmlformats.org/officeDocument/2006/relationships/font" Target="fonts/CenturyGothic-boldItalic.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font" Target="fonts/CenturyGothic-italic.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Nunito-boldItalic.fntdata"/><Relationship Id="rId50" Type="http://schemas.openxmlformats.org/officeDocument/2006/relationships/font" Target="fonts/Nunito-italic.fntdata"/><Relationship Id="rId53" Type="http://schemas.openxmlformats.org/officeDocument/2006/relationships/font" Target="fonts/NunitoExtraBold-boldItalic.fntdata"/><Relationship Id="rId52" Type="http://schemas.openxmlformats.org/officeDocument/2006/relationships/font" Target="fonts/NunitoExtraBold-bold.fntdata"/><Relationship Id="rId11" Type="http://schemas.openxmlformats.org/officeDocument/2006/relationships/slide" Target="slides/slide4.xml"/><Relationship Id="rId55" Type="http://schemas.openxmlformats.org/officeDocument/2006/relationships/font" Target="fonts/NunitoMedium-bold.fntdata"/><Relationship Id="rId10" Type="http://schemas.openxmlformats.org/officeDocument/2006/relationships/slide" Target="slides/slide3.xml"/><Relationship Id="rId54" Type="http://schemas.openxmlformats.org/officeDocument/2006/relationships/font" Target="fonts/NunitoMedium-regular.fntdata"/><Relationship Id="rId13" Type="http://schemas.openxmlformats.org/officeDocument/2006/relationships/slide" Target="slides/slide6.xml"/><Relationship Id="rId57" Type="http://schemas.openxmlformats.org/officeDocument/2006/relationships/font" Target="fonts/NunitoMedium-boldItalic.fntdata"/><Relationship Id="rId12" Type="http://schemas.openxmlformats.org/officeDocument/2006/relationships/slide" Target="slides/slide5.xml"/><Relationship Id="rId56" Type="http://schemas.openxmlformats.org/officeDocument/2006/relationships/font" Target="fonts/NunitoMedium-italic.fntdata"/><Relationship Id="rId15" Type="http://schemas.openxmlformats.org/officeDocument/2006/relationships/slide" Target="slides/slide8.xml"/><Relationship Id="rId59" Type="http://schemas.openxmlformats.org/officeDocument/2006/relationships/font" Target="fonts/CenturyGothic-bold.fntdata"/><Relationship Id="rId14" Type="http://schemas.openxmlformats.org/officeDocument/2006/relationships/slide" Target="slides/slide7.xml"/><Relationship Id="rId58" Type="http://schemas.openxmlformats.org/officeDocument/2006/relationships/font" Target="fonts/CenturyGothic-regular.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23b5f42be1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323b5f42be1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22d792093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22d792093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22d7920935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22d792093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22d7920935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22d792093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22d7920935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22d792093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22d7920935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22d7920935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28aa1a437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28aa1a43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28aa1a437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28aa1a437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2a6e2ec713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2a6e2ec713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2a6e2ec713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2a6e2ec713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2a6e2ec713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2a6e2ec713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2a6e2ec713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g32a6e2ec713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28aa1a437d_0_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g328aa1a437d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2a6e2ec713_0_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8" name="Google Shape;318;g32a6e2ec713_0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2a6e2ec713_0_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g32a6e2ec713_0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8" name="Google Shape;33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2a6e2ec713_0_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g32a6e2ec713_0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 name="Google Shape;35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2a6e2ec713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2a6e2ec713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0" name="Google Shape;37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8" name="Google Shape;37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4" name="Google Shape;38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9" name="Google Shape;39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6" name="Google Shape;40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3" name="Google Shape;41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9" name="Google Shape;41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5" name="Google Shape;42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p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
        <p:nvSpPr>
          <p:cNvPr id="427" name="Google Shape;427;p21:notes"/>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Proprietary content. ©Great Learning. All Rights Reserved. Unauthorized use or distribution prohibited</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23"/>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16" name="Google Shape;16;p23"/>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lvl1pPr indent="-323850" lvl="0" marL="457200" algn="l">
              <a:lnSpc>
                <a:spcPct val="115000"/>
              </a:lnSpc>
              <a:spcBef>
                <a:spcPts val="0"/>
              </a:spcBef>
              <a:spcAft>
                <a:spcPts val="0"/>
              </a:spcAft>
              <a:buSzPts val="1500"/>
              <a:buFont typeface="Nunito"/>
              <a:buChar char="●"/>
              <a:defRPr>
                <a:latin typeface="Nunito"/>
                <a:ea typeface="Nunito"/>
                <a:cs typeface="Nunito"/>
                <a:sym typeface="Nunito"/>
              </a:defRPr>
            </a:lvl1pPr>
            <a:lvl2pPr indent="-311150" lvl="1" marL="914400" algn="l">
              <a:lnSpc>
                <a:spcPct val="115000"/>
              </a:lnSpc>
              <a:spcBef>
                <a:spcPts val="1600"/>
              </a:spcBef>
              <a:spcAft>
                <a:spcPts val="0"/>
              </a:spcAft>
              <a:buSzPts val="1300"/>
              <a:buFont typeface="Nunito"/>
              <a:buChar char="○"/>
              <a:defRPr>
                <a:latin typeface="Nunito"/>
                <a:ea typeface="Nunito"/>
                <a:cs typeface="Nunito"/>
                <a:sym typeface="Nunito"/>
              </a:defRPr>
            </a:lvl2pPr>
            <a:lvl3pPr indent="-304800" lvl="2" marL="1371600" algn="l">
              <a:lnSpc>
                <a:spcPct val="115000"/>
              </a:lnSpc>
              <a:spcBef>
                <a:spcPts val="1600"/>
              </a:spcBef>
              <a:spcAft>
                <a:spcPts val="0"/>
              </a:spcAft>
              <a:buSzPts val="1200"/>
              <a:buFont typeface="Nunito"/>
              <a:buChar char="■"/>
              <a:defRPr>
                <a:latin typeface="Nunito"/>
                <a:ea typeface="Nunito"/>
                <a:cs typeface="Nunito"/>
                <a:sym typeface="Nunito"/>
              </a:defRPr>
            </a:lvl3pPr>
            <a:lvl4pPr indent="-298450" lvl="3" marL="1828800" algn="l">
              <a:lnSpc>
                <a:spcPct val="115000"/>
              </a:lnSpc>
              <a:spcBef>
                <a:spcPts val="1600"/>
              </a:spcBef>
              <a:spcAft>
                <a:spcPts val="0"/>
              </a:spcAft>
              <a:buSzPts val="1100"/>
              <a:buFont typeface="Nunito"/>
              <a:buChar char="●"/>
              <a:defRPr>
                <a:latin typeface="Nunito"/>
                <a:ea typeface="Nunito"/>
                <a:cs typeface="Nunito"/>
                <a:sym typeface="Nunito"/>
              </a:defRPr>
            </a:lvl4pPr>
            <a:lvl5pPr indent="-292100" lvl="4" marL="2286000" algn="l">
              <a:lnSpc>
                <a:spcPct val="115000"/>
              </a:lnSpc>
              <a:spcBef>
                <a:spcPts val="1600"/>
              </a:spcBef>
              <a:spcAft>
                <a:spcPts val="0"/>
              </a:spcAft>
              <a:buSzPts val="1000"/>
              <a:buFont typeface="Nunito"/>
              <a:buChar char="○"/>
              <a:defRPr>
                <a:latin typeface="Nunito"/>
                <a:ea typeface="Nunito"/>
                <a:cs typeface="Nunito"/>
                <a:sym typeface="Nunito"/>
              </a:defRPr>
            </a:lvl5pPr>
            <a:lvl6pPr indent="-285750" lvl="5" marL="2743200" algn="l">
              <a:lnSpc>
                <a:spcPct val="115000"/>
              </a:lnSpc>
              <a:spcBef>
                <a:spcPts val="1600"/>
              </a:spcBef>
              <a:spcAft>
                <a:spcPts val="0"/>
              </a:spcAft>
              <a:buSzPts val="900"/>
              <a:buFont typeface="Nunito"/>
              <a:buChar char="■"/>
              <a:defRPr>
                <a:latin typeface="Nunito"/>
                <a:ea typeface="Nunito"/>
                <a:cs typeface="Nunito"/>
                <a:sym typeface="Nunito"/>
              </a:defRPr>
            </a:lvl6pPr>
            <a:lvl7pPr indent="-279400" lvl="6" marL="3200400" algn="l">
              <a:lnSpc>
                <a:spcPct val="115000"/>
              </a:lnSpc>
              <a:spcBef>
                <a:spcPts val="1600"/>
              </a:spcBef>
              <a:spcAft>
                <a:spcPts val="0"/>
              </a:spcAft>
              <a:buSzPts val="800"/>
              <a:buFont typeface="Nunito"/>
              <a:buChar char="●"/>
              <a:defRPr>
                <a:latin typeface="Nunito"/>
                <a:ea typeface="Nunito"/>
                <a:cs typeface="Nunito"/>
                <a:sym typeface="Nunito"/>
              </a:defRPr>
            </a:lvl7pPr>
            <a:lvl8pPr indent="-273050" lvl="7" marL="3657600" algn="l">
              <a:lnSpc>
                <a:spcPct val="115000"/>
              </a:lnSpc>
              <a:spcBef>
                <a:spcPts val="1600"/>
              </a:spcBef>
              <a:spcAft>
                <a:spcPts val="0"/>
              </a:spcAft>
              <a:buSzPts val="700"/>
              <a:buFont typeface="Nunito"/>
              <a:buChar char="○"/>
              <a:defRPr>
                <a:latin typeface="Nunito"/>
                <a:ea typeface="Nunito"/>
                <a:cs typeface="Nunito"/>
                <a:sym typeface="Nunito"/>
              </a:defRPr>
            </a:lvl8pPr>
            <a:lvl9pPr indent="-266700" lvl="8" marL="4114800" algn="l">
              <a:lnSpc>
                <a:spcPct val="115000"/>
              </a:lnSpc>
              <a:spcBef>
                <a:spcPts val="1600"/>
              </a:spcBef>
              <a:spcAft>
                <a:spcPts val="1600"/>
              </a:spcAft>
              <a:buSzPts val="600"/>
              <a:buFont typeface="Nunito"/>
              <a:buChar char="■"/>
              <a:defRPr>
                <a:latin typeface="Nunito"/>
                <a:ea typeface="Nunito"/>
                <a:cs typeface="Nunito"/>
                <a:sym typeface="Nunito"/>
              </a:defRPr>
            </a:lvl9pPr>
          </a:lstStyle>
          <a:p/>
        </p:txBody>
      </p:sp>
      <p:sp>
        <p:nvSpPr>
          <p:cNvPr id="17" name="Google Shape;17;p23"/>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26"/>
          <p:cNvSpPr txBox="1"/>
          <p:nvPr>
            <p:ph type="ctrTitle"/>
          </p:nvPr>
        </p:nvSpPr>
        <p:spPr>
          <a:xfrm>
            <a:off x="2210208" y="744575"/>
            <a:ext cx="6622200" cy="205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p:txBody>
      </p:sp>
      <p:sp>
        <p:nvSpPr>
          <p:cNvPr id="20" name="Google Shape;20;p26"/>
          <p:cNvSpPr txBox="1"/>
          <p:nvPr>
            <p:ph idx="1" type="subTitle"/>
          </p:nvPr>
        </p:nvSpPr>
        <p:spPr>
          <a:xfrm>
            <a:off x="2210202" y="2834125"/>
            <a:ext cx="6622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2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p:txBody>
      </p:sp>
      <p:sp>
        <p:nvSpPr>
          <p:cNvPr id="23" name="Google Shape;23;p27"/>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p:cSld name="CUSTOM">
    <p:spTree>
      <p:nvGrpSpPr>
        <p:cNvPr id="24" name="Shape 24"/>
        <p:cNvGrpSpPr/>
        <p:nvPr/>
      </p:nvGrpSpPr>
      <p:grpSpPr>
        <a:xfrm>
          <a:off x="0" y="0"/>
          <a:ext cx="0" cy="0"/>
          <a:chOff x="0" y="0"/>
          <a:chExt cx="0" cy="0"/>
        </a:xfrm>
      </p:grpSpPr>
      <p:sp>
        <p:nvSpPr>
          <p:cNvPr id="25" name="Google Shape;25;p28"/>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graphicFrame>
        <p:nvGraphicFramePr>
          <p:cNvPr id="26" name="Google Shape;26;p28"/>
          <p:cNvGraphicFramePr/>
          <p:nvPr/>
        </p:nvGraphicFramePr>
        <p:xfrm>
          <a:off x="201942" y="833662"/>
          <a:ext cx="3000000" cy="3000000"/>
        </p:xfrm>
        <a:graphic>
          <a:graphicData uri="http://schemas.openxmlformats.org/drawingml/2006/table">
            <a:tbl>
              <a:tblPr bandRow="1" firstRow="1">
                <a:noFill/>
                <a:tableStyleId>{44EFFE65-77D1-42DD-8D3C-E524B3D4A614}</a:tableStyleId>
              </a:tblPr>
              <a:tblGrid>
                <a:gridCol w="883125"/>
                <a:gridCol w="3886050"/>
                <a:gridCol w="3886050"/>
              </a:tblGrid>
              <a:tr h="6735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a:t>
                      </a:r>
                      <a:endParaRPr sz="14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 Profile </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Business Insights for Marketing Team</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7533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1</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High value customers who have many credit cards and prefer to engage online</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Engage Online – Set up priority calling in lines – Upsell and Cross sell premium products</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2</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baseline="30000"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3</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bl>
          </a:graphicData>
        </a:graphic>
      </p:graphicFrame>
      <p:sp>
        <p:nvSpPr>
          <p:cNvPr id="27" name="Google Shape;27;p28"/>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29"/>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30" name="Google Shape;30;p2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1" name="Google Shape;31;p2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2" name="Google Shape;32;p29"/>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30"/>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35" name="Google Shape;35;p30"/>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3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8" name="Google Shape;38;p31"/>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3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3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3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3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23850" lvl="0" marL="457200" algn="l">
              <a:lnSpc>
                <a:spcPct val="115000"/>
              </a:lnSpc>
              <a:spcBef>
                <a:spcPts val="0"/>
              </a:spcBef>
              <a:spcAft>
                <a:spcPts val="0"/>
              </a:spcAft>
              <a:buSzPts val="1500"/>
              <a:buChar char="●"/>
              <a:defRPr/>
            </a:lvl1pPr>
            <a:lvl2pPr indent="-311150" lvl="1" marL="914400" algn="l">
              <a:lnSpc>
                <a:spcPct val="115000"/>
              </a:lnSpc>
              <a:spcBef>
                <a:spcPts val="1600"/>
              </a:spcBef>
              <a:spcAft>
                <a:spcPts val="0"/>
              </a:spcAft>
              <a:buSzPts val="1300"/>
              <a:buChar char="○"/>
              <a:defRPr/>
            </a:lvl2pPr>
            <a:lvl3pPr indent="-304800" lvl="2" marL="1371600" algn="l">
              <a:lnSpc>
                <a:spcPct val="115000"/>
              </a:lnSpc>
              <a:spcBef>
                <a:spcPts val="1600"/>
              </a:spcBef>
              <a:spcAft>
                <a:spcPts val="0"/>
              </a:spcAft>
              <a:buSzPts val="1200"/>
              <a:buChar char="■"/>
              <a:defRPr/>
            </a:lvl3pPr>
            <a:lvl4pPr indent="-298450" lvl="3" marL="1828800" algn="l">
              <a:lnSpc>
                <a:spcPct val="115000"/>
              </a:lnSpc>
              <a:spcBef>
                <a:spcPts val="1600"/>
              </a:spcBef>
              <a:spcAft>
                <a:spcPts val="0"/>
              </a:spcAft>
              <a:buSzPts val="1100"/>
              <a:buChar char="●"/>
              <a:defRPr/>
            </a:lvl4pPr>
            <a:lvl5pPr indent="-292100" lvl="4" marL="2286000" algn="l">
              <a:lnSpc>
                <a:spcPct val="115000"/>
              </a:lnSpc>
              <a:spcBef>
                <a:spcPts val="1600"/>
              </a:spcBef>
              <a:spcAft>
                <a:spcPts val="0"/>
              </a:spcAft>
              <a:buSzPts val="1000"/>
              <a:buChar char="○"/>
              <a:defRPr/>
            </a:lvl5pPr>
            <a:lvl6pPr indent="-285750" lvl="5" marL="2743200" algn="l">
              <a:lnSpc>
                <a:spcPct val="115000"/>
              </a:lnSpc>
              <a:spcBef>
                <a:spcPts val="1600"/>
              </a:spcBef>
              <a:spcAft>
                <a:spcPts val="0"/>
              </a:spcAft>
              <a:buSzPts val="900"/>
              <a:buChar char="■"/>
              <a:defRPr/>
            </a:lvl6pPr>
            <a:lvl7pPr indent="-279400" lvl="6" marL="3200400" algn="l">
              <a:lnSpc>
                <a:spcPct val="115000"/>
              </a:lnSpc>
              <a:spcBef>
                <a:spcPts val="1600"/>
              </a:spcBef>
              <a:spcAft>
                <a:spcPts val="0"/>
              </a:spcAft>
              <a:buSzPts val="800"/>
              <a:buChar char="●"/>
              <a:defRPr/>
            </a:lvl7pPr>
            <a:lvl8pPr indent="-273050" lvl="7" marL="3657600" algn="l">
              <a:lnSpc>
                <a:spcPct val="115000"/>
              </a:lnSpc>
              <a:spcBef>
                <a:spcPts val="1600"/>
              </a:spcBef>
              <a:spcAft>
                <a:spcPts val="0"/>
              </a:spcAft>
              <a:buSzPts val="700"/>
              <a:buChar char="○"/>
              <a:defRPr/>
            </a:lvl8pPr>
            <a:lvl9pPr indent="-266700" lvl="8" marL="4114800" algn="l">
              <a:lnSpc>
                <a:spcPct val="115000"/>
              </a:lnSpc>
              <a:spcBef>
                <a:spcPts val="1600"/>
              </a:spcBef>
              <a:spcAft>
                <a:spcPts val="1600"/>
              </a:spcAft>
              <a:buSzPts val="600"/>
              <a:buChar char="■"/>
              <a:defRPr/>
            </a:lvl9pPr>
          </a:lstStyle>
          <a:p/>
        </p:txBody>
      </p:sp>
      <p:sp>
        <p:nvSpPr>
          <p:cNvPr id="44" name="Google Shape;44;p32"/>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 name="Shape 45"/>
        <p:cNvGrpSpPr/>
        <p:nvPr/>
      </p:nvGrpSpPr>
      <p:grpSpPr>
        <a:xfrm>
          <a:off x="0" y="0"/>
          <a:ext cx="0" cy="0"/>
          <a:chOff x="0" y="0"/>
          <a:chExt cx="0" cy="0"/>
        </a:xfrm>
      </p:grpSpPr>
      <p:sp>
        <p:nvSpPr>
          <p:cNvPr id="46" name="Google Shape;46;p33"/>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47" name="Shape 47"/>
        <p:cNvGrpSpPr/>
        <p:nvPr/>
      </p:nvGrpSpPr>
      <p:grpSpPr>
        <a:xfrm>
          <a:off x="0" y="0"/>
          <a:ext cx="0" cy="0"/>
          <a:chOff x="0" y="0"/>
          <a:chExt cx="0" cy="0"/>
        </a:xfrm>
      </p:grpSpPr>
      <p:sp>
        <p:nvSpPr>
          <p:cNvPr id="48" name="Google Shape;48;p34"/>
          <p:cNvSpPr/>
          <p:nvPr/>
        </p:nvSpPr>
        <p:spPr>
          <a:xfrm>
            <a:off x="1" y="-335"/>
            <a:ext cx="9144600" cy="5143800"/>
          </a:xfrm>
          <a:prstGeom prst="rect">
            <a:avLst/>
          </a:prstGeom>
          <a:solidFill>
            <a:srgbClr val="0E39A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 close up of a logo&#10;&#10;Description automatically generated" id="49" name="Google Shape;49;p34"/>
          <p:cNvPicPr preferRelativeResize="0"/>
          <p:nvPr/>
        </p:nvPicPr>
        <p:blipFill rotWithShape="1">
          <a:blip r:embed="rId2">
            <a:alphaModFix/>
          </a:blip>
          <a:srcRect b="19151" l="42816" r="37296" t="18358"/>
          <a:stretch/>
        </p:blipFill>
        <p:spPr>
          <a:xfrm>
            <a:off x="6052536" y="514443"/>
            <a:ext cx="2095112" cy="3703320"/>
          </a:xfrm>
          <a:prstGeom prst="rect">
            <a:avLst/>
          </a:prstGeom>
          <a:noFill/>
          <a:ln>
            <a:noFill/>
          </a:ln>
        </p:spPr>
      </p:pic>
      <p:sp>
        <p:nvSpPr>
          <p:cNvPr id="50" name="Google Shape;50;p34"/>
          <p:cNvSpPr txBox="1"/>
          <p:nvPr>
            <p:ph type="title"/>
          </p:nvPr>
        </p:nvSpPr>
        <p:spPr>
          <a:xfrm>
            <a:off x="70129" y="6703219"/>
            <a:ext cx="15008700" cy="697800"/>
          </a:xfrm>
          <a:prstGeom prst="rect">
            <a:avLst/>
          </a:prstGeom>
          <a:noFill/>
          <a:ln>
            <a:noFill/>
          </a:ln>
        </p:spPr>
        <p:txBody>
          <a:bodyPr anchorCtr="0" anchor="t" bIns="0" lIns="0" spcFirstLastPara="1" rIns="0" wrap="square" tIns="12850">
            <a:noAutofit/>
          </a:bodyPr>
          <a:lstStyle>
            <a:lvl1pPr lvl="0" marR="0" algn="l">
              <a:lnSpc>
                <a:spcPct val="100000"/>
              </a:lnSpc>
              <a:spcBef>
                <a:spcPts val="0"/>
              </a:spcBef>
              <a:spcAft>
                <a:spcPts val="0"/>
              </a:spcAft>
              <a:buSzPts val="2200"/>
              <a:buNone/>
              <a:defRPr b="0" i="0" sz="2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9pPr>
          </a:lstStyle>
          <a:p/>
        </p:txBody>
      </p:sp>
      <p:sp>
        <p:nvSpPr>
          <p:cNvPr id="51" name="Google Shape;51;p34"/>
          <p:cNvSpPr txBox="1"/>
          <p:nvPr/>
        </p:nvSpPr>
        <p:spPr>
          <a:xfrm>
            <a:off x="334565" y="1676232"/>
            <a:ext cx="4372800" cy="1790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dk1"/>
              </a:buClr>
              <a:buSzPts val="4500"/>
              <a:buFont typeface="Calibri"/>
              <a:buNone/>
            </a:pPr>
            <a:r>
              <a:rPr b="0" i="0" lang="en" sz="3300" u="none" cap="none" strike="noStrike">
                <a:solidFill>
                  <a:schemeClr val="lt1"/>
                </a:solidFill>
                <a:latin typeface="Nunito ExtraBold"/>
                <a:ea typeface="Nunito ExtraBold"/>
                <a:cs typeface="Nunito ExtraBold"/>
                <a:sym typeface="Nunito ExtraBold"/>
              </a:rPr>
              <a:t>Happy Learning !</a:t>
            </a:r>
            <a:endParaRPr b="0" i="0" sz="3300" u="none" cap="none" strike="noStrike">
              <a:solidFill>
                <a:schemeClr val="lt1"/>
              </a:solidFill>
              <a:latin typeface="Nunito ExtraBold"/>
              <a:ea typeface="Nunito ExtraBold"/>
              <a:cs typeface="Nunito ExtraBold"/>
              <a:sym typeface="Nunito ExtraBold"/>
            </a:endParaRPr>
          </a:p>
        </p:txBody>
      </p:sp>
      <p:pic>
        <p:nvPicPr>
          <p:cNvPr id="52" name="Google Shape;52;p34"/>
          <p:cNvPicPr preferRelativeResize="0"/>
          <p:nvPr/>
        </p:nvPicPr>
        <p:blipFill rotWithShape="1">
          <a:blip r:embed="rId3">
            <a:alphaModFix/>
          </a:blip>
          <a:srcRect b="0" l="0" r="0" t="0"/>
          <a:stretch/>
        </p:blipFill>
        <p:spPr>
          <a:xfrm>
            <a:off x="295874" y="683275"/>
            <a:ext cx="3757725" cy="8258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3" name="Shape 53"/>
        <p:cNvGrpSpPr/>
        <p:nvPr/>
      </p:nvGrpSpPr>
      <p:grpSpPr>
        <a:xfrm>
          <a:off x="0" y="0"/>
          <a:ext cx="0" cy="0"/>
          <a:chOff x="0" y="0"/>
          <a:chExt cx="0" cy="0"/>
        </a:xfrm>
      </p:grpSpPr>
      <p:sp>
        <p:nvSpPr>
          <p:cNvPr id="54" name="Google Shape;54;p35"/>
          <p:cNvSpPr txBox="1"/>
          <p:nvPr>
            <p:ph type="title"/>
          </p:nvPr>
        </p:nvSpPr>
        <p:spPr>
          <a:xfrm>
            <a:off x="0" y="0"/>
            <a:ext cx="3000000" cy="22500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chemeClr val="dk1"/>
              </a:buClr>
              <a:buSzPts val="3000"/>
              <a:buFont typeface="Arial"/>
              <a:buNone/>
              <a:defRPr b="1" i="0" sz="3000" u="none" cap="none" strike="noStrike">
                <a:solidFill>
                  <a:schemeClr val="dk1"/>
                </a:solidFill>
                <a:latin typeface="Arial"/>
                <a:ea typeface="Arial"/>
                <a:cs typeface="Arial"/>
                <a:sym typeface="Arial"/>
              </a:defRPr>
            </a:lvl1pPr>
            <a:lvl2pPr lvl="1" algn="l">
              <a:lnSpc>
                <a:spcPct val="100000"/>
              </a:lnSpc>
              <a:spcBef>
                <a:spcPts val="0"/>
              </a:spcBef>
              <a:spcAft>
                <a:spcPts val="0"/>
              </a:spcAft>
              <a:buSzPts val="2500"/>
              <a:buNone/>
              <a:defRPr sz="1800"/>
            </a:lvl2pPr>
            <a:lvl3pPr lvl="2" algn="l">
              <a:lnSpc>
                <a:spcPct val="100000"/>
              </a:lnSpc>
              <a:spcBef>
                <a:spcPts val="0"/>
              </a:spcBef>
              <a:spcAft>
                <a:spcPts val="0"/>
              </a:spcAft>
              <a:buSzPts val="2500"/>
              <a:buNone/>
              <a:defRPr sz="1800"/>
            </a:lvl3pPr>
            <a:lvl4pPr lvl="3" algn="l">
              <a:lnSpc>
                <a:spcPct val="100000"/>
              </a:lnSpc>
              <a:spcBef>
                <a:spcPts val="0"/>
              </a:spcBef>
              <a:spcAft>
                <a:spcPts val="0"/>
              </a:spcAft>
              <a:buSzPts val="2500"/>
              <a:buNone/>
              <a:defRPr sz="1800"/>
            </a:lvl4pPr>
            <a:lvl5pPr lvl="4" algn="l">
              <a:lnSpc>
                <a:spcPct val="100000"/>
              </a:lnSpc>
              <a:spcBef>
                <a:spcPts val="0"/>
              </a:spcBef>
              <a:spcAft>
                <a:spcPts val="0"/>
              </a:spcAft>
              <a:buSzPts val="2500"/>
              <a:buNone/>
              <a:defRPr sz="1800"/>
            </a:lvl5pPr>
            <a:lvl6pPr lvl="5" algn="l">
              <a:lnSpc>
                <a:spcPct val="100000"/>
              </a:lnSpc>
              <a:spcBef>
                <a:spcPts val="0"/>
              </a:spcBef>
              <a:spcAft>
                <a:spcPts val="0"/>
              </a:spcAft>
              <a:buSzPts val="2500"/>
              <a:buNone/>
              <a:defRPr sz="1800"/>
            </a:lvl6pPr>
            <a:lvl7pPr lvl="6" algn="l">
              <a:lnSpc>
                <a:spcPct val="100000"/>
              </a:lnSpc>
              <a:spcBef>
                <a:spcPts val="0"/>
              </a:spcBef>
              <a:spcAft>
                <a:spcPts val="0"/>
              </a:spcAft>
              <a:buSzPts val="2500"/>
              <a:buNone/>
              <a:defRPr sz="1800"/>
            </a:lvl7pPr>
            <a:lvl8pPr lvl="7" algn="l">
              <a:lnSpc>
                <a:spcPct val="100000"/>
              </a:lnSpc>
              <a:spcBef>
                <a:spcPts val="0"/>
              </a:spcBef>
              <a:spcAft>
                <a:spcPts val="0"/>
              </a:spcAft>
              <a:buSzPts val="2500"/>
              <a:buNone/>
              <a:defRPr sz="1800"/>
            </a:lvl8pPr>
            <a:lvl9pPr lvl="8" algn="l">
              <a:lnSpc>
                <a:spcPct val="100000"/>
              </a:lnSpc>
              <a:spcBef>
                <a:spcPts val="0"/>
              </a:spcBef>
              <a:spcAft>
                <a:spcPts val="0"/>
              </a:spcAft>
              <a:buSzPts val="2500"/>
              <a:buNone/>
              <a:defRPr sz="1800"/>
            </a:lvl9pPr>
          </a:lstStyle>
          <a:p/>
        </p:txBody>
      </p:sp>
      <p:sp>
        <p:nvSpPr>
          <p:cNvPr id="55" name="Google Shape;55;p35"/>
          <p:cNvSpPr txBox="1"/>
          <p:nvPr>
            <p:ph idx="1" type="body"/>
          </p:nvPr>
        </p:nvSpPr>
        <p:spPr>
          <a:xfrm>
            <a:off x="457200" y="1021842"/>
            <a:ext cx="8229600" cy="3394500"/>
          </a:xfrm>
          <a:prstGeom prst="rect">
            <a:avLst/>
          </a:prstGeom>
          <a:noFill/>
          <a:ln>
            <a:noFill/>
          </a:ln>
        </p:spPr>
        <p:txBody>
          <a:bodyPr anchorCtr="0" anchor="t" bIns="45700" lIns="91425" spcFirstLastPara="1" rIns="91425" wrap="square" tIns="45700">
            <a:normAutofit/>
          </a:bodyPr>
          <a:lstStyle>
            <a:lvl1pPr indent="-342900" lvl="0" marL="457200" algn="l">
              <a:lnSpc>
                <a:spcPct val="115000"/>
              </a:lnSpc>
              <a:spcBef>
                <a:spcPts val="360"/>
              </a:spcBef>
              <a:spcAft>
                <a:spcPts val="0"/>
              </a:spcAft>
              <a:buClr>
                <a:schemeClr val="dk1"/>
              </a:buClr>
              <a:buSzPts val="1800"/>
              <a:buChar char="●"/>
              <a:defRPr/>
            </a:lvl1pPr>
            <a:lvl2pPr indent="-342900" lvl="1" marL="914400" algn="l">
              <a:lnSpc>
                <a:spcPct val="115000"/>
              </a:lnSpc>
              <a:spcBef>
                <a:spcPts val="1600"/>
              </a:spcBef>
              <a:spcAft>
                <a:spcPts val="0"/>
              </a:spcAft>
              <a:buClr>
                <a:schemeClr val="dk1"/>
              </a:buClr>
              <a:buSzPts val="1800"/>
              <a:buChar char="○"/>
              <a:defRPr/>
            </a:lvl2pPr>
            <a:lvl3pPr indent="-342900" lvl="2" marL="1371600" algn="l">
              <a:lnSpc>
                <a:spcPct val="115000"/>
              </a:lnSpc>
              <a:spcBef>
                <a:spcPts val="1600"/>
              </a:spcBef>
              <a:spcAft>
                <a:spcPts val="0"/>
              </a:spcAft>
              <a:buClr>
                <a:schemeClr val="dk1"/>
              </a:buClr>
              <a:buSzPts val="1800"/>
              <a:buChar char="■"/>
              <a:defRPr/>
            </a:lvl3pPr>
            <a:lvl4pPr indent="-342900" lvl="3" marL="1828800" algn="l">
              <a:lnSpc>
                <a:spcPct val="115000"/>
              </a:lnSpc>
              <a:spcBef>
                <a:spcPts val="1600"/>
              </a:spcBef>
              <a:spcAft>
                <a:spcPts val="0"/>
              </a:spcAft>
              <a:buClr>
                <a:schemeClr val="dk1"/>
              </a:buClr>
              <a:buSzPts val="1800"/>
              <a:buChar char="●"/>
              <a:defRPr/>
            </a:lvl4pPr>
            <a:lvl5pPr indent="-342900" lvl="4" marL="2286000" algn="l">
              <a:lnSpc>
                <a:spcPct val="115000"/>
              </a:lnSpc>
              <a:spcBef>
                <a:spcPts val="1600"/>
              </a:spcBef>
              <a:spcAft>
                <a:spcPts val="0"/>
              </a:spcAft>
              <a:buClr>
                <a:schemeClr val="dk1"/>
              </a:buClr>
              <a:buSzPts val="1800"/>
              <a:buChar char="○"/>
              <a:defRPr/>
            </a:lvl5pPr>
            <a:lvl6pPr indent="-342900" lvl="5" marL="2743200" algn="l">
              <a:lnSpc>
                <a:spcPct val="115000"/>
              </a:lnSpc>
              <a:spcBef>
                <a:spcPts val="1600"/>
              </a:spcBef>
              <a:spcAft>
                <a:spcPts val="0"/>
              </a:spcAft>
              <a:buClr>
                <a:schemeClr val="dk1"/>
              </a:buClr>
              <a:buSzPts val="1800"/>
              <a:buChar char="■"/>
              <a:defRPr/>
            </a:lvl6pPr>
            <a:lvl7pPr indent="-342900" lvl="6" marL="3200400" algn="l">
              <a:lnSpc>
                <a:spcPct val="115000"/>
              </a:lnSpc>
              <a:spcBef>
                <a:spcPts val="1600"/>
              </a:spcBef>
              <a:spcAft>
                <a:spcPts val="0"/>
              </a:spcAft>
              <a:buClr>
                <a:schemeClr val="dk1"/>
              </a:buClr>
              <a:buSzPts val="1800"/>
              <a:buChar char="●"/>
              <a:defRPr/>
            </a:lvl7pPr>
            <a:lvl8pPr indent="-342900" lvl="7" marL="3657600" algn="l">
              <a:lnSpc>
                <a:spcPct val="115000"/>
              </a:lnSpc>
              <a:spcBef>
                <a:spcPts val="1600"/>
              </a:spcBef>
              <a:spcAft>
                <a:spcPts val="0"/>
              </a:spcAft>
              <a:buClr>
                <a:schemeClr val="dk1"/>
              </a:buClr>
              <a:buSzPts val="1800"/>
              <a:buChar char="○"/>
              <a:defRPr/>
            </a:lvl8pPr>
            <a:lvl9pPr indent="-342900" lvl="8" marL="4114800" algn="l">
              <a:lnSpc>
                <a:spcPct val="115000"/>
              </a:lnSpc>
              <a:spcBef>
                <a:spcPts val="1600"/>
              </a:spcBef>
              <a:spcAft>
                <a:spcPts val="1600"/>
              </a:spcAft>
              <a:buClr>
                <a:schemeClr val="dk1"/>
              </a:buClr>
              <a:buSzPts val="1800"/>
              <a:buChar char="■"/>
              <a:defRPr/>
            </a:lvl9pPr>
          </a:lstStyle>
          <a:p/>
        </p:txBody>
      </p:sp>
      <p:sp>
        <p:nvSpPr>
          <p:cNvPr id="56" name="Google Shape;56;p35"/>
          <p:cNvSpPr txBox="1"/>
          <p:nvPr>
            <p:ph idx="10" type="dt"/>
          </p:nvPr>
        </p:nvSpPr>
        <p:spPr>
          <a:xfrm>
            <a:off x="0" y="0"/>
            <a:ext cx="3000000" cy="225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7" name="Google Shape;57;p35"/>
          <p:cNvSpPr txBox="1"/>
          <p:nvPr>
            <p:ph idx="11" type="ftr"/>
          </p:nvPr>
        </p:nvSpPr>
        <p:spPr>
          <a:xfrm>
            <a:off x="0" y="0"/>
            <a:ext cx="3000000" cy="225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8" name="Google Shape;58;p35"/>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9" name="Shape 59"/>
        <p:cNvGrpSpPr/>
        <p:nvPr/>
      </p:nvGrpSpPr>
      <p:grpSpPr>
        <a:xfrm>
          <a:off x="0" y="0"/>
          <a:ext cx="0" cy="0"/>
          <a:chOff x="0" y="0"/>
          <a:chExt cx="0" cy="0"/>
        </a:xfrm>
      </p:grpSpPr>
      <p:sp>
        <p:nvSpPr>
          <p:cNvPr id="60" name="Google Shape;60;p36"/>
          <p:cNvSpPr txBox="1"/>
          <p:nvPr>
            <p:ph idx="10" type="dt"/>
          </p:nvPr>
        </p:nvSpPr>
        <p:spPr>
          <a:xfrm>
            <a:off x="457200" y="4857749"/>
            <a:ext cx="2133600" cy="205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61" name="Google Shape;61;p36"/>
          <p:cNvSpPr txBox="1"/>
          <p:nvPr>
            <p:ph idx="11" type="ftr"/>
          </p:nvPr>
        </p:nvSpPr>
        <p:spPr>
          <a:xfrm>
            <a:off x="2640596" y="4857749"/>
            <a:ext cx="5507700" cy="205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62" name="Google Shape;62;p36"/>
          <p:cNvSpPr txBox="1"/>
          <p:nvPr>
            <p:ph idx="12" type="sldNum"/>
          </p:nvPr>
        </p:nvSpPr>
        <p:spPr>
          <a:xfrm>
            <a:off x="8204396" y="4857749"/>
            <a:ext cx="733800" cy="2058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transition spd="med">
    <p:fade thruBlk="1"/>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Title and Content">
    <p:spTree>
      <p:nvGrpSpPr>
        <p:cNvPr id="63" name="Shape 63"/>
        <p:cNvGrpSpPr/>
        <p:nvPr/>
      </p:nvGrpSpPr>
      <p:grpSpPr>
        <a:xfrm>
          <a:off x="0" y="0"/>
          <a:ext cx="0" cy="0"/>
          <a:chOff x="0" y="0"/>
          <a:chExt cx="0" cy="0"/>
        </a:xfrm>
      </p:grpSpPr>
      <p:sp>
        <p:nvSpPr>
          <p:cNvPr id="64" name="Google Shape;64;p37"/>
          <p:cNvSpPr txBox="1"/>
          <p:nvPr>
            <p:ph type="title"/>
          </p:nvPr>
        </p:nvSpPr>
        <p:spPr>
          <a:xfrm>
            <a:off x="569519" y="142741"/>
            <a:ext cx="8004900" cy="9348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200"/>
              <a:buNone/>
              <a:defRPr b="0" i="0" sz="300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65" name="Google Shape;65;p37"/>
          <p:cNvSpPr txBox="1"/>
          <p:nvPr>
            <p:ph idx="1" type="body"/>
          </p:nvPr>
        </p:nvSpPr>
        <p:spPr>
          <a:xfrm>
            <a:off x="1412081" y="930269"/>
            <a:ext cx="6319800" cy="2363100"/>
          </a:xfrm>
          <a:prstGeom prst="rect">
            <a:avLst/>
          </a:prstGeom>
          <a:noFill/>
          <a:ln>
            <a:noFill/>
          </a:ln>
        </p:spPr>
        <p:txBody>
          <a:bodyPr anchorCtr="0" anchor="t" bIns="0" lIns="0" spcFirstLastPara="1" rIns="0" wrap="square" tIns="0">
            <a:spAutoFit/>
          </a:bodyPr>
          <a:lstStyle>
            <a:lvl1pPr indent="-228600" lvl="0" marL="457200" algn="l">
              <a:lnSpc>
                <a:spcPct val="115000"/>
              </a:lnSpc>
              <a:spcBef>
                <a:spcPts val="0"/>
              </a:spcBef>
              <a:spcAft>
                <a:spcPts val="0"/>
              </a:spcAft>
              <a:buSzPts val="1500"/>
              <a:buNone/>
              <a:defRPr b="0" i="0" sz="1900">
                <a:solidFill>
                  <a:schemeClr val="dk1"/>
                </a:solidFill>
                <a:latin typeface="Calibri"/>
                <a:ea typeface="Calibri"/>
                <a:cs typeface="Calibri"/>
                <a:sym typeface="Calibri"/>
              </a:defRPr>
            </a:lvl1pPr>
            <a:lvl2pPr indent="-228600" lvl="1" marL="914400" algn="l">
              <a:lnSpc>
                <a:spcPct val="115000"/>
              </a:lnSpc>
              <a:spcBef>
                <a:spcPts val="1600"/>
              </a:spcBef>
              <a:spcAft>
                <a:spcPts val="0"/>
              </a:spcAft>
              <a:buSzPts val="1300"/>
              <a:buNone/>
              <a:defRPr/>
            </a:lvl2pPr>
            <a:lvl3pPr indent="-228600" lvl="2" marL="1371600" algn="l">
              <a:lnSpc>
                <a:spcPct val="115000"/>
              </a:lnSpc>
              <a:spcBef>
                <a:spcPts val="1600"/>
              </a:spcBef>
              <a:spcAft>
                <a:spcPts val="0"/>
              </a:spcAft>
              <a:buSzPts val="1200"/>
              <a:buNone/>
              <a:defRPr/>
            </a:lvl3pPr>
            <a:lvl4pPr indent="-228600" lvl="3" marL="1828800" algn="l">
              <a:lnSpc>
                <a:spcPct val="115000"/>
              </a:lnSpc>
              <a:spcBef>
                <a:spcPts val="1600"/>
              </a:spcBef>
              <a:spcAft>
                <a:spcPts val="0"/>
              </a:spcAft>
              <a:buSzPts val="1100"/>
              <a:buNone/>
              <a:defRPr/>
            </a:lvl4pPr>
            <a:lvl5pPr indent="-228600" lvl="4" marL="2286000" algn="l">
              <a:lnSpc>
                <a:spcPct val="115000"/>
              </a:lnSpc>
              <a:spcBef>
                <a:spcPts val="1600"/>
              </a:spcBef>
              <a:spcAft>
                <a:spcPts val="0"/>
              </a:spcAft>
              <a:buSzPts val="1000"/>
              <a:buNone/>
              <a:defRPr/>
            </a:lvl5pPr>
            <a:lvl6pPr indent="-228600" lvl="5" marL="2743200" algn="l">
              <a:lnSpc>
                <a:spcPct val="115000"/>
              </a:lnSpc>
              <a:spcBef>
                <a:spcPts val="1600"/>
              </a:spcBef>
              <a:spcAft>
                <a:spcPts val="0"/>
              </a:spcAft>
              <a:buSzPts val="900"/>
              <a:buNone/>
              <a:defRPr/>
            </a:lvl6pPr>
            <a:lvl7pPr indent="-228600" lvl="6" marL="3200400" algn="l">
              <a:lnSpc>
                <a:spcPct val="115000"/>
              </a:lnSpc>
              <a:spcBef>
                <a:spcPts val="1600"/>
              </a:spcBef>
              <a:spcAft>
                <a:spcPts val="0"/>
              </a:spcAft>
              <a:buSzPts val="800"/>
              <a:buNone/>
              <a:defRPr/>
            </a:lvl7pPr>
            <a:lvl8pPr indent="-228600" lvl="7" marL="3657600" algn="l">
              <a:lnSpc>
                <a:spcPct val="115000"/>
              </a:lnSpc>
              <a:spcBef>
                <a:spcPts val="1600"/>
              </a:spcBef>
              <a:spcAft>
                <a:spcPts val="0"/>
              </a:spcAft>
              <a:buSzPts val="700"/>
              <a:buNone/>
              <a:defRPr/>
            </a:lvl8pPr>
            <a:lvl9pPr indent="-228600" lvl="8" marL="4114800" algn="l">
              <a:lnSpc>
                <a:spcPct val="115000"/>
              </a:lnSpc>
              <a:spcBef>
                <a:spcPts val="1600"/>
              </a:spcBef>
              <a:spcAft>
                <a:spcPts val="1600"/>
              </a:spcAft>
              <a:buSzPts val="600"/>
              <a:buNone/>
              <a:defRPr/>
            </a:lvl9pPr>
          </a:lstStyle>
          <a:p/>
        </p:txBody>
      </p:sp>
      <p:sp>
        <p:nvSpPr>
          <p:cNvPr id="66" name="Google Shape;66;p37"/>
          <p:cNvSpPr txBox="1"/>
          <p:nvPr>
            <p:ph idx="11" type="ftr"/>
          </p:nvPr>
        </p:nvSpPr>
        <p:spPr>
          <a:xfrm>
            <a:off x="1574006" y="4988871"/>
            <a:ext cx="5565000" cy="1518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rgbClr val="7E7E7E"/>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7" name="Google Shape;67;p37"/>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8" name="Google Shape;68;p37"/>
          <p:cNvSpPr txBox="1"/>
          <p:nvPr>
            <p:ph idx="12" type="sldNum"/>
          </p:nvPr>
        </p:nvSpPr>
        <p:spPr>
          <a:xfrm>
            <a:off x="6583680" y="4783455"/>
            <a:ext cx="2103000" cy="1230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 Only_1">
    <p:spTree>
      <p:nvGrpSpPr>
        <p:cNvPr id="69" name="Shape 69"/>
        <p:cNvGrpSpPr/>
        <p:nvPr/>
      </p:nvGrpSpPr>
      <p:grpSpPr>
        <a:xfrm>
          <a:off x="0" y="0"/>
          <a:ext cx="0" cy="0"/>
          <a:chOff x="0" y="0"/>
          <a:chExt cx="0" cy="0"/>
        </a:xfrm>
      </p:grpSpPr>
      <p:sp>
        <p:nvSpPr>
          <p:cNvPr id="70" name="Google Shape;70;p38"/>
          <p:cNvSpPr txBox="1"/>
          <p:nvPr>
            <p:ph type="title"/>
          </p:nvPr>
        </p:nvSpPr>
        <p:spPr>
          <a:xfrm>
            <a:off x="3932967" y="348900"/>
            <a:ext cx="1278000" cy="5214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200"/>
              <a:buNone/>
              <a:defRPr b="0" i="0" sz="330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71" name="Google Shape;71;p38"/>
          <p:cNvSpPr txBox="1"/>
          <p:nvPr>
            <p:ph idx="11" type="ftr"/>
          </p:nvPr>
        </p:nvSpPr>
        <p:spPr>
          <a:xfrm>
            <a:off x="1712499" y="5010073"/>
            <a:ext cx="5564400" cy="1518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rgbClr val="7E7E7E"/>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2" name="Google Shape;72;p38"/>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3" name="Google Shape;73;p38"/>
          <p:cNvSpPr txBox="1"/>
          <p:nvPr>
            <p:ph idx="12" type="sldNum"/>
          </p:nvPr>
        </p:nvSpPr>
        <p:spPr>
          <a:xfrm>
            <a:off x="6583680" y="4783455"/>
            <a:ext cx="2103000" cy="1230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 Only_2">
    <p:spTree>
      <p:nvGrpSpPr>
        <p:cNvPr id="74" name="Shape 74"/>
        <p:cNvGrpSpPr/>
        <p:nvPr/>
      </p:nvGrpSpPr>
      <p:grpSpPr>
        <a:xfrm>
          <a:off x="0" y="0"/>
          <a:ext cx="0" cy="0"/>
          <a:chOff x="0" y="0"/>
          <a:chExt cx="0" cy="0"/>
        </a:xfrm>
      </p:grpSpPr>
      <p:sp>
        <p:nvSpPr>
          <p:cNvPr id="75" name="Google Shape;75;p39"/>
          <p:cNvSpPr txBox="1"/>
          <p:nvPr>
            <p:ph type="title"/>
          </p:nvPr>
        </p:nvSpPr>
        <p:spPr>
          <a:xfrm>
            <a:off x="3932967" y="348900"/>
            <a:ext cx="1278000" cy="5214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200"/>
              <a:buNone/>
              <a:defRPr b="0" i="0" sz="330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76" name="Google Shape;76;p39"/>
          <p:cNvSpPr txBox="1"/>
          <p:nvPr>
            <p:ph idx="11" type="ftr"/>
          </p:nvPr>
        </p:nvSpPr>
        <p:spPr>
          <a:xfrm>
            <a:off x="1712499" y="5010073"/>
            <a:ext cx="5564400" cy="1518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rgbClr val="7E7E7E"/>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7" name="Google Shape;77;p39"/>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8" name="Google Shape;78;p39"/>
          <p:cNvSpPr txBox="1"/>
          <p:nvPr>
            <p:ph idx="12" type="sldNum"/>
          </p:nvPr>
        </p:nvSpPr>
        <p:spPr>
          <a:xfrm>
            <a:off x="6583680" y="4783455"/>
            <a:ext cx="2103000" cy="1230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 Only_3">
    <p:spTree>
      <p:nvGrpSpPr>
        <p:cNvPr id="79" name="Shape 79"/>
        <p:cNvGrpSpPr/>
        <p:nvPr/>
      </p:nvGrpSpPr>
      <p:grpSpPr>
        <a:xfrm>
          <a:off x="0" y="0"/>
          <a:ext cx="0" cy="0"/>
          <a:chOff x="0" y="0"/>
          <a:chExt cx="0" cy="0"/>
        </a:xfrm>
      </p:grpSpPr>
      <p:sp>
        <p:nvSpPr>
          <p:cNvPr id="80" name="Google Shape;80;p40"/>
          <p:cNvSpPr txBox="1"/>
          <p:nvPr>
            <p:ph type="title"/>
          </p:nvPr>
        </p:nvSpPr>
        <p:spPr>
          <a:xfrm>
            <a:off x="390424" y="497078"/>
            <a:ext cx="8363100" cy="452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200"/>
              <a:buNone/>
              <a:defRPr b="0" i="0" sz="280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81" name="Google Shape;81;p40"/>
          <p:cNvSpPr txBox="1"/>
          <p:nvPr>
            <p:ph idx="11" type="ftr"/>
          </p:nvPr>
        </p:nvSpPr>
        <p:spPr>
          <a:xfrm>
            <a:off x="2879178" y="4948409"/>
            <a:ext cx="3503400" cy="1110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600" u="none" cap="none" strike="noStrike">
                <a:solidFill>
                  <a:srgbClr val="7D7D7D"/>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2" name="Google Shape;82;p40"/>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3" name="Google Shape;83;p40"/>
          <p:cNvSpPr txBox="1"/>
          <p:nvPr>
            <p:ph idx="12" type="sldNum"/>
          </p:nvPr>
        </p:nvSpPr>
        <p:spPr>
          <a:xfrm>
            <a:off x="6583680" y="4783455"/>
            <a:ext cx="2103000" cy="1230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OBJECT_1">
    <p:spTree>
      <p:nvGrpSpPr>
        <p:cNvPr id="84" name="Shape 84"/>
        <p:cNvGrpSpPr/>
        <p:nvPr/>
      </p:nvGrpSpPr>
      <p:grpSpPr>
        <a:xfrm>
          <a:off x="0" y="0"/>
          <a:ext cx="0" cy="0"/>
          <a:chOff x="0" y="0"/>
          <a:chExt cx="0" cy="0"/>
        </a:xfrm>
      </p:grpSpPr>
      <p:sp>
        <p:nvSpPr>
          <p:cNvPr id="85" name="Google Shape;85;p41"/>
          <p:cNvSpPr txBox="1"/>
          <p:nvPr>
            <p:ph type="ctrTitle"/>
          </p:nvPr>
        </p:nvSpPr>
        <p:spPr>
          <a:xfrm>
            <a:off x="2938259" y="1851799"/>
            <a:ext cx="3267600" cy="8184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200"/>
              <a:buNone/>
              <a:defRPr b="0" i="0" sz="5200">
                <a:solidFill>
                  <a:srgbClr val="365F9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86" name="Google Shape;86;p41"/>
          <p:cNvSpPr txBox="1"/>
          <p:nvPr>
            <p:ph idx="1" type="subTitle"/>
          </p:nvPr>
        </p:nvSpPr>
        <p:spPr>
          <a:xfrm>
            <a:off x="1371600" y="2880360"/>
            <a:ext cx="6400800" cy="12858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500"/>
              <a:buNone/>
              <a:defRPr/>
            </a:lvl1pPr>
            <a:lvl2pPr lvl="1" algn="l">
              <a:lnSpc>
                <a:spcPct val="115000"/>
              </a:lnSpc>
              <a:spcBef>
                <a:spcPts val="1600"/>
              </a:spcBef>
              <a:spcAft>
                <a:spcPts val="0"/>
              </a:spcAft>
              <a:buSzPts val="1300"/>
              <a:buNone/>
              <a:defRPr/>
            </a:lvl2pPr>
            <a:lvl3pPr lvl="2" algn="l">
              <a:lnSpc>
                <a:spcPct val="115000"/>
              </a:lnSpc>
              <a:spcBef>
                <a:spcPts val="1600"/>
              </a:spcBef>
              <a:spcAft>
                <a:spcPts val="0"/>
              </a:spcAft>
              <a:buSzPts val="1200"/>
              <a:buNone/>
              <a:defRPr/>
            </a:lvl3pPr>
            <a:lvl4pPr lvl="3" algn="l">
              <a:lnSpc>
                <a:spcPct val="115000"/>
              </a:lnSpc>
              <a:spcBef>
                <a:spcPts val="1600"/>
              </a:spcBef>
              <a:spcAft>
                <a:spcPts val="0"/>
              </a:spcAft>
              <a:buSzPts val="11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9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700"/>
              <a:buNone/>
              <a:defRPr/>
            </a:lvl8pPr>
            <a:lvl9pPr lvl="8" algn="l">
              <a:lnSpc>
                <a:spcPct val="115000"/>
              </a:lnSpc>
              <a:spcBef>
                <a:spcPts val="1600"/>
              </a:spcBef>
              <a:spcAft>
                <a:spcPts val="1600"/>
              </a:spcAft>
              <a:buSzPts val="600"/>
              <a:buNone/>
              <a:defRPr/>
            </a:lvl9pPr>
          </a:lstStyle>
          <a:p/>
        </p:txBody>
      </p:sp>
      <p:sp>
        <p:nvSpPr>
          <p:cNvPr id="87" name="Google Shape;87;p41"/>
          <p:cNvSpPr txBox="1"/>
          <p:nvPr>
            <p:ph idx="11" type="ftr"/>
          </p:nvPr>
        </p:nvSpPr>
        <p:spPr>
          <a:xfrm>
            <a:off x="2879178" y="4948409"/>
            <a:ext cx="3503400" cy="1110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600" u="none" cap="none" strike="noStrike">
                <a:solidFill>
                  <a:srgbClr val="7D7D7D"/>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8" name="Google Shape;88;p41"/>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9" name="Google Shape;89;p41"/>
          <p:cNvSpPr txBox="1"/>
          <p:nvPr>
            <p:ph idx="12" type="sldNum"/>
          </p:nvPr>
        </p:nvSpPr>
        <p:spPr>
          <a:xfrm>
            <a:off x="6583680" y="4783455"/>
            <a:ext cx="2103000" cy="1230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OBJECT_2">
    <p:spTree>
      <p:nvGrpSpPr>
        <p:cNvPr id="90" name="Shape 90"/>
        <p:cNvGrpSpPr/>
        <p:nvPr/>
      </p:nvGrpSpPr>
      <p:grpSpPr>
        <a:xfrm>
          <a:off x="0" y="0"/>
          <a:ext cx="0" cy="0"/>
          <a:chOff x="0" y="0"/>
          <a:chExt cx="0" cy="0"/>
        </a:xfrm>
      </p:grpSpPr>
      <p:sp>
        <p:nvSpPr>
          <p:cNvPr id="91" name="Google Shape;91;p42"/>
          <p:cNvSpPr txBox="1"/>
          <p:nvPr>
            <p:ph type="title"/>
          </p:nvPr>
        </p:nvSpPr>
        <p:spPr>
          <a:xfrm>
            <a:off x="3368992" y="2453440"/>
            <a:ext cx="2406000" cy="224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200"/>
              <a:buNone/>
              <a:defRPr b="1" i="0" sz="140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92" name="Google Shape;92;p42"/>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3" name="Google Shape;93;p42"/>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4" name="Google Shape;94;p42"/>
          <p:cNvSpPr txBox="1"/>
          <p:nvPr>
            <p:ph idx="12" type="sldNum"/>
          </p:nvPr>
        </p:nvSpPr>
        <p:spPr>
          <a:xfrm>
            <a:off x="50889" y="4980883"/>
            <a:ext cx="216600" cy="123000"/>
          </a:xfrm>
          <a:prstGeom prst="rect">
            <a:avLst/>
          </a:prstGeom>
          <a:noFill/>
          <a:ln>
            <a:noFill/>
          </a:ln>
        </p:spPr>
        <p:txBody>
          <a:bodyPr anchorCtr="0" anchor="t" bIns="0" lIns="0" spcFirstLastPara="1" rIns="0" wrap="square" tIns="0">
            <a:spAutoFit/>
          </a:bodyPr>
          <a:lstStyle>
            <a:lvl1pPr indent="0" lvl="0"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1pPr>
            <a:lvl2pPr indent="0" lvl="1"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2pPr>
            <a:lvl3pPr indent="0" lvl="2"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3pPr>
            <a:lvl4pPr indent="0" lvl="3"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4pPr>
            <a:lvl5pPr indent="0" lvl="4"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5pPr>
            <a:lvl6pPr indent="0" lvl="5"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6pPr>
            <a:lvl7pPr indent="0" lvl="6"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7pPr>
            <a:lvl8pPr indent="0" lvl="7"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8pPr>
            <a:lvl9pPr indent="0" lvl="8"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9pPr>
          </a:lstStyle>
          <a:p>
            <a:pPr indent="0" lvl="0" marL="25400" rtl="0" algn="l">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Blank">
    <p:spTree>
      <p:nvGrpSpPr>
        <p:cNvPr id="95" name="Shape 95"/>
        <p:cNvGrpSpPr/>
        <p:nvPr/>
      </p:nvGrpSpPr>
      <p:grpSpPr>
        <a:xfrm>
          <a:off x="0" y="0"/>
          <a:ext cx="0" cy="0"/>
          <a:chOff x="0" y="0"/>
          <a:chExt cx="0" cy="0"/>
        </a:xfrm>
      </p:grpSpPr>
      <p:sp>
        <p:nvSpPr>
          <p:cNvPr id="96" name="Google Shape;96;p43"/>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7" name="Google Shape;97;p43"/>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8" name="Google Shape;98;p43"/>
          <p:cNvSpPr txBox="1"/>
          <p:nvPr>
            <p:ph idx="12" type="sldNum"/>
          </p:nvPr>
        </p:nvSpPr>
        <p:spPr>
          <a:xfrm>
            <a:off x="50889" y="4980883"/>
            <a:ext cx="216600" cy="123000"/>
          </a:xfrm>
          <a:prstGeom prst="rect">
            <a:avLst/>
          </a:prstGeom>
          <a:noFill/>
          <a:ln>
            <a:noFill/>
          </a:ln>
        </p:spPr>
        <p:txBody>
          <a:bodyPr anchorCtr="0" anchor="t" bIns="0" lIns="0" spcFirstLastPara="1" rIns="0" wrap="square" tIns="0">
            <a:spAutoFit/>
          </a:bodyPr>
          <a:lstStyle>
            <a:lvl1pPr indent="0" lvl="0"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1pPr>
            <a:lvl2pPr indent="0" lvl="1"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2pPr>
            <a:lvl3pPr indent="0" lvl="2"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3pPr>
            <a:lvl4pPr indent="0" lvl="3"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4pPr>
            <a:lvl5pPr indent="0" lvl="4"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5pPr>
            <a:lvl6pPr indent="0" lvl="5"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6pPr>
            <a:lvl7pPr indent="0" lvl="6"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7pPr>
            <a:lvl8pPr indent="0" lvl="7"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8pPr>
            <a:lvl9pPr indent="0" lvl="8"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9pPr>
          </a:lstStyle>
          <a:p>
            <a:pPr indent="0" lvl="0" marL="25400" rtl="0" algn="l">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99" name="Shape 99"/>
        <p:cNvGrpSpPr/>
        <p:nvPr/>
      </p:nvGrpSpPr>
      <p:grpSpPr>
        <a:xfrm>
          <a:off x="0" y="0"/>
          <a:ext cx="0" cy="0"/>
          <a:chOff x="0" y="0"/>
          <a:chExt cx="0" cy="0"/>
        </a:xfrm>
      </p:grpSpPr>
      <p:sp>
        <p:nvSpPr>
          <p:cNvPr id="100" name="Google Shape;100;p44"/>
          <p:cNvSpPr txBox="1"/>
          <p:nvPr>
            <p:ph type="title"/>
          </p:nvPr>
        </p:nvSpPr>
        <p:spPr>
          <a:xfrm>
            <a:off x="3368992" y="2453440"/>
            <a:ext cx="2406000" cy="224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200"/>
              <a:buNone/>
              <a:defRPr b="1" i="0" sz="140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101" name="Google Shape;101;p44"/>
          <p:cNvSpPr txBox="1"/>
          <p:nvPr>
            <p:ph idx="1" type="body"/>
          </p:nvPr>
        </p:nvSpPr>
        <p:spPr>
          <a:xfrm>
            <a:off x="457200" y="1183005"/>
            <a:ext cx="3977700" cy="3394800"/>
          </a:xfrm>
          <a:prstGeom prst="rect">
            <a:avLst/>
          </a:prstGeom>
          <a:noFill/>
          <a:ln>
            <a:noFill/>
          </a:ln>
        </p:spPr>
        <p:txBody>
          <a:bodyPr anchorCtr="0" anchor="t" bIns="0" lIns="0" spcFirstLastPara="1" rIns="0" wrap="square" tIns="0">
            <a:spAutoFit/>
          </a:bodyPr>
          <a:lstStyle>
            <a:lvl1pPr indent="-228600" lvl="0" marL="457200" algn="l">
              <a:lnSpc>
                <a:spcPct val="115000"/>
              </a:lnSpc>
              <a:spcBef>
                <a:spcPts val="0"/>
              </a:spcBef>
              <a:spcAft>
                <a:spcPts val="0"/>
              </a:spcAft>
              <a:buSzPts val="1500"/>
              <a:buNone/>
              <a:defRPr/>
            </a:lvl1pPr>
            <a:lvl2pPr indent="-228600" lvl="1" marL="914400" algn="l">
              <a:lnSpc>
                <a:spcPct val="115000"/>
              </a:lnSpc>
              <a:spcBef>
                <a:spcPts val="1600"/>
              </a:spcBef>
              <a:spcAft>
                <a:spcPts val="0"/>
              </a:spcAft>
              <a:buSzPts val="1300"/>
              <a:buNone/>
              <a:defRPr/>
            </a:lvl2pPr>
            <a:lvl3pPr indent="-228600" lvl="2" marL="1371600" algn="l">
              <a:lnSpc>
                <a:spcPct val="115000"/>
              </a:lnSpc>
              <a:spcBef>
                <a:spcPts val="1600"/>
              </a:spcBef>
              <a:spcAft>
                <a:spcPts val="0"/>
              </a:spcAft>
              <a:buSzPts val="1200"/>
              <a:buNone/>
              <a:defRPr/>
            </a:lvl3pPr>
            <a:lvl4pPr indent="-228600" lvl="3" marL="1828800" algn="l">
              <a:lnSpc>
                <a:spcPct val="115000"/>
              </a:lnSpc>
              <a:spcBef>
                <a:spcPts val="1600"/>
              </a:spcBef>
              <a:spcAft>
                <a:spcPts val="0"/>
              </a:spcAft>
              <a:buSzPts val="1100"/>
              <a:buNone/>
              <a:defRPr/>
            </a:lvl4pPr>
            <a:lvl5pPr indent="-228600" lvl="4" marL="2286000" algn="l">
              <a:lnSpc>
                <a:spcPct val="115000"/>
              </a:lnSpc>
              <a:spcBef>
                <a:spcPts val="1600"/>
              </a:spcBef>
              <a:spcAft>
                <a:spcPts val="0"/>
              </a:spcAft>
              <a:buSzPts val="1000"/>
              <a:buNone/>
              <a:defRPr/>
            </a:lvl5pPr>
            <a:lvl6pPr indent="-228600" lvl="5" marL="2743200" algn="l">
              <a:lnSpc>
                <a:spcPct val="115000"/>
              </a:lnSpc>
              <a:spcBef>
                <a:spcPts val="1600"/>
              </a:spcBef>
              <a:spcAft>
                <a:spcPts val="0"/>
              </a:spcAft>
              <a:buSzPts val="900"/>
              <a:buNone/>
              <a:defRPr/>
            </a:lvl6pPr>
            <a:lvl7pPr indent="-228600" lvl="6" marL="3200400" algn="l">
              <a:lnSpc>
                <a:spcPct val="115000"/>
              </a:lnSpc>
              <a:spcBef>
                <a:spcPts val="1600"/>
              </a:spcBef>
              <a:spcAft>
                <a:spcPts val="0"/>
              </a:spcAft>
              <a:buSzPts val="800"/>
              <a:buNone/>
              <a:defRPr/>
            </a:lvl7pPr>
            <a:lvl8pPr indent="-228600" lvl="7" marL="3657600" algn="l">
              <a:lnSpc>
                <a:spcPct val="115000"/>
              </a:lnSpc>
              <a:spcBef>
                <a:spcPts val="1600"/>
              </a:spcBef>
              <a:spcAft>
                <a:spcPts val="0"/>
              </a:spcAft>
              <a:buSzPts val="700"/>
              <a:buNone/>
              <a:defRPr/>
            </a:lvl8pPr>
            <a:lvl9pPr indent="-228600" lvl="8" marL="4114800" algn="l">
              <a:lnSpc>
                <a:spcPct val="115000"/>
              </a:lnSpc>
              <a:spcBef>
                <a:spcPts val="1600"/>
              </a:spcBef>
              <a:spcAft>
                <a:spcPts val="1600"/>
              </a:spcAft>
              <a:buSzPts val="600"/>
              <a:buNone/>
              <a:defRPr/>
            </a:lvl9pPr>
          </a:lstStyle>
          <a:p/>
        </p:txBody>
      </p:sp>
      <p:sp>
        <p:nvSpPr>
          <p:cNvPr id="102" name="Google Shape;102;p44"/>
          <p:cNvSpPr txBox="1"/>
          <p:nvPr>
            <p:ph idx="2" type="body"/>
          </p:nvPr>
        </p:nvSpPr>
        <p:spPr>
          <a:xfrm>
            <a:off x="4709160" y="1183005"/>
            <a:ext cx="3977700" cy="3394800"/>
          </a:xfrm>
          <a:prstGeom prst="rect">
            <a:avLst/>
          </a:prstGeom>
          <a:noFill/>
          <a:ln>
            <a:noFill/>
          </a:ln>
        </p:spPr>
        <p:txBody>
          <a:bodyPr anchorCtr="0" anchor="t" bIns="0" lIns="0" spcFirstLastPara="1" rIns="0" wrap="square" tIns="0">
            <a:spAutoFit/>
          </a:bodyPr>
          <a:lstStyle>
            <a:lvl1pPr indent="-228600" lvl="0" marL="457200" algn="l">
              <a:lnSpc>
                <a:spcPct val="115000"/>
              </a:lnSpc>
              <a:spcBef>
                <a:spcPts val="0"/>
              </a:spcBef>
              <a:spcAft>
                <a:spcPts val="0"/>
              </a:spcAft>
              <a:buSzPts val="1500"/>
              <a:buNone/>
              <a:defRPr/>
            </a:lvl1pPr>
            <a:lvl2pPr indent="-228600" lvl="1" marL="914400" algn="l">
              <a:lnSpc>
                <a:spcPct val="115000"/>
              </a:lnSpc>
              <a:spcBef>
                <a:spcPts val="1600"/>
              </a:spcBef>
              <a:spcAft>
                <a:spcPts val="0"/>
              </a:spcAft>
              <a:buSzPts val="1300"/>
              <a:buNone/>
              <a:defRPr/>
            </a:lvl2pPr>
            <a:lvl3pPr indent="-228600" lvl="2" marL="1371600" algn="l">
              <a:lnSpc>
                <a:spcPct val="115000"/>
              </a:lnSpc>
              <a:spcBef>
                <a:spcPts val="1600"/>
              </a:spcBef>
              <a:spcAft>
                <a:spcPts val="0"/>
              </a:spcAft>
              <a:buSzPts val="1200"/>
              <a:buNone/>
              <a:defRPr/>
            </a:lvl3pPr>
            <a:lvl4pPr indent="-228600" lvl="3" marL="1828800" algn="l">
              <a:lnSpc>
                <a:spcPct val="115000"/>
              </a:lnSpc>
              <a:spcBef>
                <a:spcPts val="1600"/>
              </a:spcBef>
              <a:spcAft>
                <a:spcPts val="0"/>
              </a:spcAft>
              <a:buSzPts val="1100"/>
              <a:buNone/>
              <a:defRPr/>
            </a:lvl4pPr>
            <a:lvl5pPr indent="-228600" lvl="4" marL="2286000" algn="l">
              <a:lnSpc>
                <a:spcPct val="115000"/>
              </a:lnSpc>
              <a:spcBef>
                <a:spcPts val="1600"/>
              </a:spcBef>
              <a:spcAft>
                <a:spcPts val="0"/>
              </a:spcAft>
              <a:buSzPts val="1000"/>
              <a:buNone/>
              <a:defRPr/>
            </a:lvl5pPr>
            <a:lvl6pPr indent="-228600" lvl="5" marL="2743200" algn="l">
              <a:lnSpc>
                <a:spcPct val="115000"/>
              </a:lnSpc>
              <a:spcBef>
                <a:spcPts val="1600"/>
              </a:spcBef>
              <a:spcAft>
                <a:spcPts val="0"/>
              </a:spcAft>
              <a:buSzPts val="900"/>
              <a:buNone/>
              <a:defRPr/>
            </a:lvl6pPr>
            <a:lvl7pPr indent="-228600" lvl="6" marL="3200400" algn="l">
              <a:lnSpc>
                <a:spcPct val="115000"/>
              </a:lnSpc>
              <a:spcBef>
                <a:spcPts val="1600"/>
              </a:spcBef>
              <a:spcAft>
                <a:spcPts val="0"/>
              </a:spcAft>
              <a:buSzPts val="800"/>
              <a:buNone/>
              <a:defRPr/>
            </a:lvl7pPr>
            <a:lvl8pPr indent="-228600" lvl="7" marL="3657600" algn="l">
              <a:lnSpc>
                <a:spcPct val="115000"/>
              </a:lnSpc>
              <a:spcBef>
                <a:spcPts val="1600"/>
              </a:spcBef>
              <a:spcAft>
                <a:spcPts val="0"/>
              </a:spcAft>
              <a:buSzPts val="700"/>
              <a:buNone/>
              <a:defRPr/>
            </a:lvl8pPr>
            <a:lvl9pPr indent="-228600" lvl="8" marL="4114800" algn="l">
              <a:lnSpc>
                <a:spcPct val="115000"/>
              </a:lnSpc>
              <a:spcBef>
                <a:spcPts val="1600"/>
              </a:spcBef>
              <a:spcAft>
                <a:spcPts val="1600"/>
              </a:spcAft>
              <a:buSzPts val="600"/>
              <a:buNone/>
              <a:defRPr/>
            </a:lvl9pPr>
          </a:lstStyle>
          <a:p/>
        </p:txBody>
      </p:sp>
      <p:sp>
        <p:nvSpPr>
          <p:cNvPr id="103" name="Google Shape;103;p44"/>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04" name="Google Shape;104;p44"/>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05" name="Google Shape;105;p44"/>
          <p:cNvSpPr txBox="1"/>
          <p:nvPr>
            <p:ph idx="12" type="sldNum"/>
          </p:nvPr>
        </p:nvSpPr>
        <p:spPr>
          <a:xfrm>
            <a:off x="50889" y="4980883"/>
            <a:ext cx="216600" cy="123000"/>
          </a:xfrm>
          <a:prstGeom prst="rect">
            <a:avLst/>
          </a:prstGeom>
          <a:noFill/>
          <a:ln>
            <a:noFill/>
          </a:ln>
        </p:spPr>
        <p:txBody>
          <a:bodyPr anchorCtr="0" anchor="t" bIns="0" lIns="0" spcFirstLastPara="1" rIns="0" wrap="square" tIns="0">
            <a:spAutoFit/>
          </a:bodyPr>
          <a:lstStyle>
            <a:lvl1pPr indent="0" lvl="0"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1pPr>
            <a:lvl2pPr indent="0" lvl="1"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2pPr>
            <a:lvl3pPr indent="0" lvl="2"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3pPr>
            <a:lvl4pPr indent="0" lvl="3"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4pPr>
            <a:lvl5pPr indent="0" lvl="4"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5pPr>
            <a:lvl6pPr indent="0" lvl="5"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6pPr>
            <a:lvl7pPr indent="0" lvl="6"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7pPr>
            <a:lvl8pPr indent="0" lvl="7"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8pPr>
            <a:lvl9pPr indent="0" lvl="8"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9pPr>
          </a:lstStyle>
          <a:p>
            <a:pPr indent="0" lvl="0" marL="25400" rtl="0" algn="l">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1">
  <p:cSld name="OBJECT_1_1">
    <p:spTree>
      <p:nvGrpSpPr>
        <p:cNvPr id="106" name="Shape 106"/>
        <p:cNvGrpSpPr/>
        <p:nvPr/>
      </p:nvGrpSpPr>
      <p:grpSpPr>
        <a:xfrm>
          <a:off x="0" y="0"/>
          <a:ext cx="0" cy="0"/>
          <a:chOff x="0" y="0"/>
          <a:chExt cx="0" cy="0"/>
        </a:xfrm>
      </p:grpSpPr>
      <p:sp>
        <p:nvSpPr>
          <p:cNvPr id="107" name="Google Shape;107;p45"/>
          <p:cNvSpPr txBox="1"/>
          <p:nvPr>
            <p:ph type="title"/>
          </p:nvPr>
        </p:nvSpPr>
        <p:spPr>
          <a:xfrm>
            <a:off x="2936867" y="2199322"/>
            <a:ext cx="3275400" cy="673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200"/>
              <a:buNone/>
              <a:defRPr b="1" i="0" sz="4300">
                <a:solidFill>
                  <a:schemeClr val="accent2"/>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108" name="Google Shape;108;p45"/>
          <p:cNvSpPr txBox="1"/>
          <p:nvPr>
            <p:ph idx="11" type="ftr"/>
          </p:nvPr>
        </p:nvSpPr>
        <p:spPr>
          <a:xfrm>
            <a:off x="708292" y="4920311"/>
            <a:ext cx="6447300" cy="1788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09" name="Google Shape;109;p45"/>
          <p:cNvSpPr txBox="1"/>
          <p:nvPr>
            <p:ph idx="10" type="dt"/>
          </p:nvPr>
        </p:nvSpPr>
        <p:spPr>
          <a:xfrm>
            <a:off x="457452" y="4783454"/>
            <a:ext cx="21042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10" name="Google Shape;110;p45"/>
          <p:cNvSpPr txBox="1"/>
          <p:nvPr>
            <p:ph idx="12" type="sldNum"/>
          </p:nvPr>
        </p:nvSpPr>
        <p:spPr>
          <a:xfrm>
            <a:off x="7529030" y="4838548"/>
            <a:ext cx="188400" cy="169200"/>
          </a:xfrm>
          <a:prstGeom prst="rect">
            <a:avLst/>
          </a:prstGeom>
          <a:noFill/>
          <a:ln>
            <a:noFill/>
          </a:ln>
        </p:spPr>
        <p:txBody>
          <a:bodyPr anchorCtr="0" anchor="t" bIns="0" lIns="0" spcFirstLastPara="1" rIns="0" wrap="square" tIns="0">
            <a:spAutoFit/>
          </a:bodyPr>
          <a:lstStyle>
            <a:lvl1pPr indent="0" lvl="0" marL="25400" marR="0" algn="l">
              <a:lnSpc>
                <a:spcPct val="100000"/>
              </a:lnSpc>
              <a:spcBef>
                <a:spcPts val="0"/>
              </a:spcBef>
              <a:spcAft>
                <a:spcPts val="0"/>
              </a:spcAft>
              <a:buClr>
                <a:srgbClr val="000000"/>
              </a:buClr>
              <a:buSzPts val="1100"/>
              <a:buFont typeface="Arial"/>
              <a:buNone/>
              <a:defRPr b="0" i="0" sz="1100" u="none" cap="none" strike="noStrike">
                <a:solidFill>
                  <a:srgbClr val="585858"/>
                </a:solidFill>
                <a:latin typeface="Arial"/>
                <a:ea typeface="Arial"/>
                <a:cs typeface="Arial"/>
                <a:sym typeface="Arial"/>
              </a:defRPr>
            </a:lvl1pPr>
            <a:lvl2pPr indent="0" lvl="1" marL="25400" marR="0" algn="l">
              <a:lnSpc>
                <a:spcPct val="100000"/>
              </a:lnSpc>
              <a:spcBef>
                <a:spcPts val="0"/>
              </a:spcBef>
              <a:spcAft>
                <a:spcPts val="0"/>
              </a:spcAft>
              <a:buClr>
                <a:srgbClr val="000000"/>
              </a:buClr>
              <a:buSzPts val="1100"/>
              <a:buFont typeface="Arial"/>
              <a:buNone/>
              <a:defRPr b="0" i="0" sz="1100" u="none" cap="none" strike="noStrike">
                <a:solidFill>
                  <a:srgbClr val="585858"/>
                </a:solidFill>
                <a:latin typeface="Arial"/>
                <a:ea typeface="Arial"/>
                <a:cs typeface="Arial"/>
                <a:sym typeface="Arial"/>
              </a:defRPr>
            </a:lvl2pPr>
            <a:lvl3pPr indent="0" lvl="2" marL="25400" marR="0" algn="l">
              <a:lnSpc>
                <a:spcPct val="100000"/>
              </a:lnSpc>
              <a:spcBef>
                <a:spcPts val="0"/>
              </a:spcBef>
              <a:spcAft>
                <a:spcPts val="0"/>
              </a:spcAft>
              <a:buClr>
                <a:srgbClr val="000000"/>
              </a:buClr>
              <a:buSzPts val="1100"/>
              <a:buFont typeface="Arial"/>
              <a:buNone/>
              <a:defRPr b="0" i="0" sz="1100" u="none" cap="none" strike="noStrike">
                <a:solidFill>
                  <a:srgbClr val="585858"/>
                </a:solidFill>
                <a:latin typeface="Arial"/>
                <a:ea typeface="Arial"/>
                <a:cs typeface="Arial"/>
                <a:sym typeface="Arial"/>
              </a:defRPr>
            </a:lvl3pPr>
            <a:lvl4pPr indent="0" lvl="3" marL="25400" marR="0" algn="l">
              <a:lnSpc>
                <a:spcPct val="100000"/>
              </a:lnSpc>
              <a:spcBef>
                <a:spcPts val="0"/>
              </a:spcBef>
              <a:spcAft>
                <a:spcPts val="0"/>
              </a:spcAft>
              <a:buClr>
                <a:srgbClr val="000000"/>
              </a:buClr>
              <a:buSzPts val="1100"/>
              <a:buFont typeface="Arial"/>
              <a:buNone/>
              <a:defRPr b="0" i="0" sz="1100" u="none" cap="none" strike="noStrike">
                <a:solidFill>
                  <a:srgbClr val="585858"/>
                </a:solidFill>
                <a:latin typeface="Arial"/>
                <a:ea typeface="Arial"/>
                <a:cs typeface="Arial"/>
                <a:sym typeface="Arial"/>
              </a:defRPr>
            </a:lvl4pPr>
            <a:lvl5pPr indent="0" lvl="4" marL="25400" marR="0" algn="l">
              <a:lnSpc>
                <a:spcPct val="100000"/>
              </a:lnSpc>
              <a:spcBef>
                <a:spcPts val="0"/>
              </a:spcBef>
              <a:spcAft>
                <a:spcPts val="0"/>
              </a:spcAft>
              <a:buClr>
                <a:srgbClr val="000000"/>
              </a:buClr>
              <a:buSzPts val="1100"/>
              <a:buFont typeface="Arial"/>
              <a:buNone/>
              <a:defRPr b="0" i="0" sz="1100" u="none" cap="none" strike="noStrike">
                <a:solidFill>
                  <a:srgbClr val="585858"/>
                </a:solidFill>
                <a:latin typeface="Arial"/>
                <a:ea typeface="Arial"/>
                <a:cs typeface="Arial"/>
                <a:sym typeface="Arial"/>
              </a:defRPr>
            </a:lvl5pPr>
            <a:lvl6pPr indent="0" lvl="5" marL="25400" marR="0" algn="l">
              <a:lnSpc>
                <a:spcPct val="100000"/>
              </a:lnSpc>
              <a:spcBef>
                <a:spcPts val="0"/>
              </a:spcBef>
              <a:spcAft>
                <a:spcPts val="0"/>
              </a:spcAft>
              <a:buClr>
                <a:srgbClr val="000000"/>
              </a:buClr>
              <a:buSzPts val="1100"/>
              <a:buFont typeface="Arial"/>
              <a:buNone/>
              <a:defRPr b="0" i="0" sz="1100" u="none" cap="none" strike="noStrike">
                <a:solidFill>
                  <a:srgbClr val="585858"/>
                </a:solidFill>
                <a:latin typeface="Arial"/>
                <a:ea typeface="Arial"/>
                <a:cs typeface="Arial"/>
                <a:sym typeface="Arial"/>
              </a:defRPr>
            </a:lvl6pPr>
            <a:lvl7pPr indent="0" lvl="6" marL="25400" marR="0" algn="l">
              <a:lnSpc>
                <a:spcPct val="100000"/>
              </a:lnSpc>
              <a:spcBef>
                <a:spcPts val="0"/>
              </a:spcBef>
              <a:spcAft>
                <a:spcPts val="0"/>
              </a:spcAft>
              <a:buClr>
                <a:srgbClr val="000000"/>
              </a:buClr>
              <a:buSzPts val="1100"/>
              <a:buFont typeface="Arial"/>
              <a:buNone/>
              <a:defRPr b="0" i="0" sz="1100" u="none" cap="none" strike="noStrike">
                <a:solidFill>
                  <a:srgbClr val="585858"/>
                </a:solidFill>
                <a:latin typeface="Arial"/>
                <a:ea typeface="Arial"/>
                <a:cs typeface="Arial"/>
                <a:sym typeface="Arial"/>
              </a:defRPr>
            </a:lvl7pPr>
            <a:lvl8pPr indent="0" lvl="7" marL="25400" marR="0" algn="l">
              <a:lnSpc>
                <a:spcPct val="100000"/>
              </a:lnSpc>
              <a:spcBef>
                <a:spcPts val="0"/>
              </a:spcBef>
              <a:spcAft>
                <a:spcPts val="0"/>
              </a:spcAft>
              <a:buClr>
                <a:srgbClr val="000000"/>
              </a:buClr>
              <a:buSzPts val="1100"/>
              <a:buFont typeface="Arial"/>
              <a:buNone/>
              <a:defRPr b="0" i="0" sz="1100" u="none" cap="none" strike="noStrike">
                <a:solidFill>
                  <a:srgbClr val="585858"/>
                </a:solidFill>
                <a:latin typeface="Arial"/>
                <a:ea typeface="Arial"/>
                <a:cs typeface="Arial"/>
                <a:sym typeface="Arial"/>
              </a:defRPr>
            </a:lvl8pPr>
            <a:lvl9pPr indent="0" lvl="8" marL="25400" marR="0" algn="l">
              <a:lnSpc>
                <a:spcPct val="100000"/>
              </a:lnSpc>
              <a:spcBef>
                <a:spcPts val="0"/>
              </a:spcBef>
              <a:spcAft>
                <a:spcPts val="0"/>
              </a:spcAft>
              <a:buClr>
                <a:srgbClr val="000000"/>
              </a:buClr>
              <a:buSzPts val="1100"/>
              <a:buFont typeface="Arial"/>
              <a:buNone/>
              <a:defRPr b="0" i="0" sz="1100" u="none" cap="none" strike="noStrike">
                <a:solidFill>
                  <a:srgbClr val="585858"/>
                </a:solidFill>
                <a:latin typeface="Arial"/>
                <a:ea typeface="Arial"/>
                <a:cs typeface="Arial"/>
                <a:sym typeface="Arial"/>
              </a:defRPr>
            </a:lvl9pPr>
          </a:lstStyle>
          <a:p>
            <a:pPr indent="0" lvl="0" marL="25400" rtl="0" algn="l">
              <a:spcBef>
                <a:spcPts val="0"/>
              </a:spcBef>
              <a:spcAft>
                <a:spcPts val="0"/>
              </a:spcAft>
              <a:buNone/>
            </a:pPr>
            <a:fld id="{00000000-1234-1234-1234-123412341234}" type="slidenum">
              <a:rPr lang="en"/>
              <a:t>‹#›</a:t>
            </a:fld>
            <a:endParaRPr b="1" sz="800">
              <a:solidFill>
                <a:srgbClr val="434343"/>
              </a:solidFill>
              <a:latin typeface="Nunito"/>
              <a:ea typeface="Nunito"/>
              <a:cs typeface="Nunito"/>
              <a:sym typeface="Nuni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
  <p:cSld name="TITLE_AND_BODY_1">
    <p:spTree>
      <p:nvGrpSpPr>
        <p:cNvPr id="111" name="Shape 111"/>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1">
  <p:cSld name="Blank 2">
    <p:spTree>
      <p:nvGrpSpPr>
        <p:cNvPr id="112" name="Shape 112"/>
        <p:cNvGrpSpPr/>
        <p:nvPr/>
      </p:nvGrpSpPr>
      <p:grpSpPr>
        <a:xfrm>
          <a:off x="0" y="0"/>
          <a:ext cx="0" cy="0"/>
          <a:chOff x="0" y="0"/>
          <a:chExt cx="0" cy="0"/>
        </a:xfrm>
      </p:grpSpPr>
      <p:sp>
        <p:nvSpPr>
          <p:cNvPr id="113" name="Google Shape;113;p47"/>
          <p:cNvSpPr/>
          <p:nvPr/>
        </p:nvSpPr>
        <p:spPr>
          <a:xfrm>
            <a:off x="0" y="0"/>
            <a:ext cx="9144000" cy="51435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entury Gothic"/>
              <a:ea typeface="Century Gothic"/>
              <a:cs typeface="Century Gothic"/>
              <a:sym typeface="Century Gothic"/>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123" name="Shape 123"/>
        <p:cNvGrpSpPr/>
        <p:nvPr/>
      </p:nvGrpSpPr>
      <p:grpSpPr>
        <a:xfrm>
          <a:off x="0" y="0"/>
          <a:ext cx="0" cy="0"/>
          <a:chOff x="0" y="0"/>
          <a:chExt cx="0" cy="0"/>
        </a:xfrm>
      </p:grpSpPr>
      <p:sp>
        <p:nvSpPr>
          <p:cNvPr id="124" name="Google Shape;124;p25"/>
          <p:cNvSpPr/>
          <p:nvPr/>
        </p:nvSpPr>
        <p:spPr>
          <a:xfrm>
            <a:off x="1" y="-335"/>
            <a:ext cx="9144600" cy="5143800"/>
          </a:xfrm>
          <a:prstGeom prst="rect">
            <a:avLst/>
          </a:prstGeom>
          <a:solidFill>
            <a:srgbClr val="0E39A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 close up of a logo&#10;&#10;Description automatically generated" id="125" name="Google Shape;125;p25"/>
          <p:cNvPicPr preferRelativeResize="0"/>
          <p:nvPr/>
        </p:nvPicPr>
        <p:blipFill rotWithShape="1">
          <a:blip r:embed="rId2">
            <a:alphaModFix/>
          </a:blip>
          <a:srcRect b="19151" l="42816" r="37296" t="18358"/>
          <a:stretch/>
        </p:blipFill>
        <p:spPr>
          <a:xfrm>
            <a:off x="6052536" y="514443"/>
            <a:ext cx="2095112" cy="3703320"/>
          </a:xfrm>
          <a:prstGeom prst="rect">
            <a:avLst/>
          </a:prstGeom>
          <a:noFill/>
          <a:ln>
            <a:noFill/>
          </a:ln>
        </p:spPr>
      </p:pic>
      <p:sp>
        <p:nvSpPr>
          <p:cNvPr id="126" name="Google Shape;126;p25"/>
          <p:cNvSpPr txBox="1"/>
          <p:nvPr>
            <p:ph type="title"/>
          </p:nvPr>
        </p:nvSpPr>
        <p:spPr>
          <a:xfrm>
            <a:off x="70129" y="6703219"/>
            <a:ext cx="15008700" cy="697800"/>
          </a:xfrm>
          <a:prstGeom prst="rect">
            <a:avLst/>
          </a:prstGeom>
          <a:noFill/>
          <a:ln>
            <a:noFill/>
          </a:ln>
        </p:spPr>
        <p:txBody>
          <a:bodyPr anchorCtr="0" anchor="t" bIns="0" lIns="0" spcFirstLastPara="1" rIns="0" wrap="square" tIns="12850">
            <a:noAutofit/>
          </a:bodyPr>
          <a:lstStyle>
            <a:lvl1pPr lvl="0" marR="0" algn="l">
              <a:lnSpc>
                <a:spcPct val="100000"/>
              </a:lnSpc>
              <a:spcBef>
                <a:spcPts val="0"/>
              </a:spcBef>
              <a:spcAft>
                <a:spcPts val="0"/>
              </a:spcAft>
              <a:buSzPts val="2200"/>
              <a:buNone/>
              <a:defRPr b="0" i="0" sz="2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9pPr>
          </a:lstStyle>
          <a:p/>
        </p:txBody>
      </p:sp>
      <p:sp>
        <p:nvSpPr>
          <p:cNvPr id="127" name="Google Shape;127;p25"/>
          <p:cNvSpPr txBox="1"/>
          <p:nvPr/>
        </p:nvSpPr>
        <p:spPr>
          <a:xfrm>
            <a:off x="334565" y="1676232"/>
            <a:ext cx="4372800" cy="1790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dk1"/>
              </a:buClr>
              <a:buSzPts val="4500"/>
              <a:buFont typeface="Calibri"/>
              <a:buNone/>
            </a:pPr>
            <a:r>
              <a:rPr b="0" i="0" lang="en" sz="3300" u="none" cap="none" strike="noStrike">
                <a:solidFill>
                  <a:schemeClr val="lt1"/>
                </a:solidFill>
                <a:latin typeface="Nunito ExtraBold"/>
                <a:ea typeface="Nunito ExtraBold"/>
                <a:cs typeface="Nunito ExtraBold"/>
                <a:sym typeface="Nunito ExtraBold"/>
              </a:rPr>
              <a:t>Happy Learning !</a:t>
            </a:r>
            <a:endParaRPr b="0" i="0" sz="3300" u="none" cap="none" strike="noStrike">
              <a:solidFill>
                <a:schemeClr val="lt1"/>
              </a:solidFill>
              <a:latin typeface="Nunito ExtraBold"/>
              <a:ea typeface="Nunito ExtraBold"/>
              <a:cs typeface="Nunito ExtraBold"/>
              <a:sym typeface="Nunito ExtraBold"/>
            </a:endParaRPr>
          </a:p>
        </p:txBody>
      </p:sp>
      <p:pic>
        <p:nvPicPr>
          <p:cNvPr id="128" name="Google Shape;128;p25"/>
          <p:cNvPicPr preferRelativeResize="0"/>
          <p:nvPr/>
        </p:nvPicPr>
        <p:blipFill rotWithShape="1">
          <a:blip r:embed="rId3">
            <a:alphaModFix/>
          </a:blip>
          <a:srcRect b="0" l="0" r="0" t="0"/>
          <a:stretch/>
        </p:blipFill>
        <p:spPr>
          <a:xfrm>
            <a:off x="421875" y="769949"/>
            <a:ext cx="3071452" cy="1261275"/>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9" name="Shape 129"/>
        <p:cNvGrpSpPr/>
        <p:nvPr/>
      </p:nvGrpSpPr>
      <p:grpSpPr>
        <a:xfrm>
          <a:off x="0" y="0"/>
          <a:ext cx="0" cy="0"/>
          <a:chOff x="0" y="0"/>
          <a:chExt cx="0" cy="0"/>
        </a:xfrm>
      </p:grpSpPr>
      <p:sp>
        <p:nvSpPr>
          <p:cNvPr id="130" name="Google Shape;130;p48"/>
          <p:cNvSpPr txBox="1"/>
          <p:nvPr>
            <p:ph type="ctrTitle"/>
          </p:nvPr>
        </p:nvSpPr>
        <p:spPr>
          <a:xfrm>
            <a:off x="1260908" y="717750"/>
            <a:ext cx="6622200" cy="205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p:txBody>
      </p:sp>
      <p:sp>
        <p:nvSpPr>
          <p:cNvPr id="131" name="Google Shape;131;p48"/>
          <p:cNvSpPr txBox="1"/>
          <p:nvPr>
            <p:ph idx="1" type="subTitle"/>
          </p:nvPr>
        </p:nvSpPr>
        <p:spPr>
          <a:xfrm>
            <a:off x="1260902" y="2770350"/>
            <a:ext cx="6622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2" name="Shape 132"/>
        <p:cNvGrpSpPr/>
        <p:nvPr/>
      </p:nvGrpSpPr>
      <p:grpSpPr>
        <a:xfrm>
          <a:off x="0" y="0"/>
          <a:ext cx="0" cy="0"/>
          <a:chOff x="0" y="0"/>
          <a:chExt cx="0" cy="0"/>
        </a:xfrm>
      </p:grpSpPr>
      <p:sp>
        <p:nvSpPr>
          <p:cNvPr id="133" name="Google Shape;133;p4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p:txBody>
      </p:sp>
      <p:sp>
        <p:nvSpPr>
          <p:cNvPr id="134" name="Google Shape;134;p49"/>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5" name="Shape 135"/>
        <p:cNvGrpSpPr/>
        <p:nvPr/>
      </p:nvGrpSpPr>
      <p:grpSpPr>
        <a:xfrm>
          <a:off x="0" y="0"/>
          <a:ext cx="0" cy="0"/>
          <a:chOff x="0" y="0"/>
          <a:chExt cx="0" cy="0"/>
        </a:xfrm>
      </p:grpSpPr>
      <p:sp>
        <p:nvSpPr>
          <p:cNvPr id="136" name="Google Shape;136;p50"/>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137" name="Google Shape;137;p50"/>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lvl1pPr indent="-323850" lvl="0" marL="457200" algn="l">
              <a:lnSpc>
                <a:spcPct val="115000"/>
              </a:lnSpc>
              <a:spcBef>
                <a:spcPts val="0"/>
              </a:spcBef>
              <a:spcAft>
                <a:spcPts val="0"/>
              </a:spcAft>
              <a:buSzPts val="1500"/>
              <a:buFont typeface="Nunito"/>
              <a:buChar char="●"/>
              <a:defRPr>
                <a:latin typeface="Nunito"/>
                <a:ea typeface="Nunito"/>
                <a:cs typeface="Nunito"/>
                <a:sym typeface="Nunito"/>
              </a:defRPr>
            </a:lvl1pPr>
            <a:lvl2pPr indent="-311150" lvl="1" marL="914400" algn="l">
              <a:lnSpc>
                <a:spcPct val="115000"/>
              </a:lnSpc>
              <a:spcBef>
                <a:spcPts val="1600"/>
              </a:spcBef>
              <a:spcAft>
                <a:spcPts val="0"/>
              </a:spcAft>
              <a:buSzPts val="1300"/>
              <a:buFont typeface="Nunito"/>
              <a:buChar char="○"/>
              <a:defRPr>
                <a:latin typeface="Nunito"/>
                <a:ea typeface="Nunito"/>
                <a:cs typeface="Nunito"/>
                <a:sym typeface="Nunito"/>
              </a:defRPr>
            </a:lvl2pPr>
            <a:lvl3pPr indent="-304800" lvl="2" marL="1371600" algn="l">
              <a:lnSpc>
                <a:spcPct val="115000"/>
              </a:lnSpc>
              <a:spcBef>
                <a:spcPts val="1600"/>
              </a:spcBef>
              <a:spcAft>
                <a:spcPts val="0"/>
              </a:spcAft>
              <a:buSzPts val="1200"/>
              <a:buFont typeface="Nunito"/>
              <a:buChar char="■"/>
              <a:defRPr>
                <a:latin typeface="Nunito"/>
                <a:ea typeface="Nunito"/>
                <a:cs typeface="Nunito"/>
                <a:sym typeface="Nunito"/>
              </a:defRPr>
            </a:lvl3pPr>
            <a:lvl4pPr indent="-298450" lvl="3" marL="1828800" algn="l">
              <a:lnSpc>
                <a:spcPct val="115000"/>
              </a:lnSpc>
              <a:spcBef>
                <a:spcPts val="1600"/>
              </a:spcBef>
              <a:spcAft>
                <a:spcPts val="0"/>
              </a:spcAft>
              <a:buSzPts val="1100"/>
              <a:buFont typeface="Nunito"/>
              <a:buChar char="●"/>
              <a:defRPr>
                <a:latin typeface="Nunito"/>
                <a:ea typeface="Nunito"/>
                <a:cs typeface="Nunito"/>
                <a:sym typeface="Nunito"/>
              </a:defRPr>
            </a:lvl4pPr>
            <a:lvl5pPr indent="-292100" lvl="4" marL="2286000" algn="l">
              <a:lnSpc>
                <a:spcPct val="115000"/>
              </a:lnSpc>
              <a:spcBef>
                <a:spcPts val="1600"/>
              </a:spcBef>
              <a:spcAft>
                <a:spcPts val="0"/>
              </a:spcAft>
              <a:buSzPts val="1000"/>
              <a:buFont typeface="Nunito"/>
              <a:buChar char="○"/>
              <a:defRPr>
                <a:latin typeface="Nunito"/>
                <a:ea typeface="Nunito"/>
                <a:cs typeface="Nunito"/>
                <a:sym typeface="Nunito"/>
              </a:defRPr>
            </a:lvl5pPr>
            <a:lvl6pPr indent="-285750" lvl="5" marL="2743200" algn="l">
              <a:lnSpc>
                <a:spcPct val="115000"/>
              </a:lnSpc>
              <a:spcBef>
                <a:spcPts val="1600"/>
              </a:spcBef>
              <a:spcAft>
                <a:spcPts val="0"/>
              </a:spcAft>
              <a:buSzPts val="900"/>
              <a:buFont typeface="Nunito"/>
              <a:buChar char="■"/>
              <a:defRPr>
                <a:latin typeface="Nunito"/>
                <a:ea typeface="Nunito"/>
                <a:cs typeface="Nunito"/>
                <a:sym typeface="Nunito"/>
              </a:defRPr>
            </a:lvl6pPr>
            <a:lvl7pPr indent="-279400" lvl="6" marL="3200400" algn="l">
              <a:lnSpc>
                <a:spcPct val="115000"/>
              </a:lnSpc>
              <a:spcBef>
                <a:spcPts val="1600"/>
              </a:spcBef>
              <a:spcAft>
                <a:spcPts val="0"/>
              </a:spcAft>
              <a:buSzPts val="800"/>
              <a:buFont typeface="Nunito"/>
              <a:buChar char="●"/>
              <a:defRPr>
                <a:latin typeface="Nunito"/>
                <a:ea typeface="Nunito"/>
                <a:cs typeface="Nunito"/>
                <a:sym typeface="Nunito"/>
              </a:defRPr>
            </a:lvl7pPr>
            <a:lvl8pPr indent="-273050" lvl="7" marL="3657600" algn="l">
              <a:lnSpc>
                <a:spcPct val="115000"/>
              </a:lnSpc>
              <a:spcBef>
                <a:spcPts val="1600"/>
              </a:spcBef>
              <a:spcAft>
                <a:spcPts val="0"/>
              </a:spcAft>
              <a:buSzPts val="700"/>
              <a:buFont typeface="Nunito"/>
              <a:buChar char="○"/>
              <a:defRPr>
                <a:latin typeface="Nunito"/>
                <a:ea typeface="Nunito"/>
                <a:cs typeface="Nunito"/>
                <a:sym typeface="Nunito"/>
              </a:defRPr>
            </a:lvl8pPr>
            <a:lvl9pPr indent="-266700" lvl="8" marL="4114800" algn="l">
              <a:lnSpc>
                <a:spcPct val="115000"/>
              </a:lnSpc>
              <a:spcBef>
                <a:spcPts val="1600"/>
              </a:spcBef>
              <a:spcAft>
                <a:spcPts val="1600"/>
              </a:spcAft>
              <a:buSzPts val="600"/>
              <a:buFont typeface="Nunito"/>
              <a:buChar char="■"/>
              <a:defRPr>
                <a:latin typeface="Nunito"/>
                <a:ea typeface="Nunito"/>
                <a:cs typeface="Nunito"/>
                <a:sym typeface="Nunito"/>
              </a:defRPr>
            </a:lvl9pPr>
          </a:lstStyle>
          <a:p/>
        </p:txBody>
      </p:sp>
      <p:sp>
        <p:nvSpPr>
          <p:cNvPr id="138" name="Google Shape;138;p50"/>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p:cSld name="CUSTOM">
    <p:spTree>
      <p:nvGrpSpPr>
        <p:cNvPr id="139" name="Shape 139"/>
        <p:cNvGrpSpPr/>
        <p:nvPr/>
      </p:nvGrpSpPr>
      <p:grpSpPr>
        <a:xfrm>
          <a:off x="0" y="0"/>
          <a:ext cx="0" cy="0"/>
          <a:chOff x="0" y="0"/>
          <a:chExt cx="0" cy="0"/>
        </a:xfrm>
      </p:grpSpPr>
      <p:sp>
        <p:nvSpPr>
          <p:cNvPr id="140" name="Google Shape;140;p51"/>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graphicFrame>
        <p:nvGraphicFramePr>
          <p:cNvPr id="141" name="Google Shape;141;p51"/>
          <p:cNvGraphicFramePr/>
          <p:nvPr/>
        </p:nvGraphicFramePr>
        <p:xfrm>
          <a:off x="201942" y="833662"/>
          <a:ext cx="3000000" cy="3000000"/>
        </p:xfrm>
        <a:graphic>
          <a:graphicData uri="http://schemas.openxmlformats.org/drawingml/2006/table">
            <a:tbl>
              <a:tblPr bandRow="1" firstRow="1">
                <a:noFill/>
                <a:tableStyleId>{44EFFE65-77D1-42DD-8D3C-E524B3D4A614}</a:tableStyleId>
              </a:tblPr>
              <a:tblGrid>
                <a:gridCol w="883125"/>
                <a:gridCol w="3886050"/>
                <a:gridCol w="3886050"/>
              </a:tblGrid>
              <a:tr h="6735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a:t>
                      </a:r>
                      <a:endParaRPr sz="14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 Profile </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Business Insights for Marketing Team</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7533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1</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High value customers who have many credit cards and prefer to engage online</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Engage Online – Set up priority calling in lines – Upsell and Cross sell premium products</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2</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baseline="30000"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3</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bl>
          </a:graphicData>
        </a:graphic>
      </p:graphicFrame>
      <p:sp>
        <p:nvSpPr>
          <p:cNvPr id="142" name="Google Shape;142;p51"/>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3" name="Shape 143"/>
        <p:cNvGrpSpPr/>
        <p:nvPr/>
      </p:nvGrpSpPr>
      <p:grpSpPr>
        <a:xfrm>
          <a:off x="0" y="0"/>
          <a:ext cx="0" cy="0"/>
          <a:chOff x="0" y="0"/>
          <a:chExt cx="0" cy="0"/>
        </a:xfrm>
      </p:grpSpPr>
      <p:sp>
        <p:nvSpPr>
          <p:cNvPr id="144" name="Google Shape;144;p52"/>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145" name="Google Shape;145;p5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146" name="Google Shape;146;p5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147" name="Google Shape;147;p52"/>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8" name="Shape 148"/>
        <p:cNvGrpSpPr/>
        <p:nvPr/>
      </p:nvGrpSpPr>
      <p:grpSpPr>
        <a:xfrm>
          <a:off x="0" y="0"/>
          <a:ext cx="0" cy="0"/>
          <a:chOff x="0" y="0"/>
          <a:chExt cx="0" cy="0"/>
        </a:xfrm>
      </p:grpSpPr>
      <p:sp>
        <p:nvSpPr>
          <p:cNvPr id="149" name="Google Shape;149;p53"/>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150" name="Google Shape;150;p53"/>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51" name="Shape 151"/>
        <p:cNvGrpSpPr/>
        <p:nvPr/>
      </p:nvGrpSpPr>
      <p:grpSpPr>
        <a:xfrm>
          <a:off x="0" y="0"/>
          <a:ext cx="0" cy="0"/>
          <a:chOff x="0" y="0"/>
          <a:chExt cx="0" cy="0"/>
        </a:xfrm>
      </p:grpSpPr>
      <p:sp>
        <p:nvSpPr>
          <p:cNvPr id="152" name="Google Shape;152;p54"/>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53" name="Google Shape;153;p54"/>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54" name="Shape 154"/>
        <p:cNvGrpSpPr/>
        <p:nvPr/>
      </p:nvGrpSpPr>
      <p:grpSpPr>
        <a:xfrm>
          <a:off x="0" y="0"/>
          <a:ext cx="0" cy="0"/>
          <a:chOff x="0" y="0"/>
          <a:chExt cx="0" cy="0"/>
        </a:xfrm>
      </p:grpSpPr>
      <p:sp>
        <p:nvSpPr>
          <p:cNvPr id="155" name="Google Shape;155;p5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55"/>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57" name="Google Shape;157;p55"/>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58" name="Google Shape;158;p55"/>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23850" lvl="0" marL="457200" algn="l">
              <a:lnSpc>
                <a:spcPct val="115000"/>
              </a:lnSpc>
              <a:spcBef>
                <a:spcPts val="0"/>
              </a:spcBef>
              <a:spcAft>
                <a:spcPts val="0"/>
              </a:spcAft>
              <a:buSzPts val="1500"/>
              <a:buChar char="●"/>
              <a:defRPr/>
            </a:lvl1pPr>
            <a:lvl2pPr indent="-311150" lvl="1" marL="914400" algn="l">
              <a:lnSpc>
                <a:spcPct val="115000"/>
              </a:lnSpc>
              <a:spcBef>
                <a:spcPts val="1600"/>
              </a:spcBef>
              <a:spcAft>
                <a:spcPts val="0"/>
              </a:spcAft>
              <a:buSzPts val="1300"/>
              <a:buChar char="○"/>
              <a:defRPr/>
            </a:lvl2pPr>
            <a:lvl3pPr indent="-304800" lvl="2" marL="1371600" algn="l">
              <a:lnSpc>
                <a:spcPct val="115000"/>
              </a:lnSpc>
              <a:spcBef>
                <a:spcPts val="1600"/>
              </a:spcBef>
              <a:spcAft>
                <a:spcPts val="0"/>
              </a:spcAft>
              <a:buSzPts val="1200"/>
              <a:buChar char="■"/>
              <a:defRPr/>
            </a:lvl3pPr>
            <a:lvl4pPr indent="-298450" lvl="3" marL="1828800" algn="l">
              <a:lnSpc>
                <a:spcPct val="115000"/>
              </a:lnSpc>
              <a:spcBef>
                <a:spcPts val="1600"/>
              </a:spcBef>
              <a:spcAft>
                <a:spcPts val="0"/>
              </a:spcAft>
              <a:buSzPts val="1100"/>
              <a:buChar char="●"/>
              <a:defRPr/>
            </a:lvl4pPr>
            <a:lvl5pPr indent="-292100" lvl="4" marL="2286000" algn="l">
              <a:lnSpc>
                <a:spcPct val="115000"/>
              </a:lnSpc>
              <a:spcBef>
                <a:spcPts val="1600"/>
              </a:spcBef>
              <a:spcAft>
                <a:spcPts val="0"/>
              </a:spcAft>
              <a:buSzPts val="1000"/>
              <a:buChar char="○"/>
              <a:defRPr/>
            </a:lvl5pPr>
            <a:lvl6pPr indent="-285750" lvl="5" marL="2743200" algn="l">
              <a:lnSpc>
                <a:spcPct val="115000"/>
              </a:lnSpc>
              <a:spcBef>
                <a:spcPts val="1600"/>
              </a:spcBef>
              <a:spcAft>
                <a:spcPts val="0"/>
              </a:spcAft>
              <a:buSzPts val="900"/>
              <a:buChar char="■"/>
              <a:defRPr/>
            </a:lvl6pPr>
            <a:lvl7pPr indent="-279400" lvl="6" marL="3200400" algn="l">
              <a:lnSpc>
                <a:spcPct val="115000"/>
              </a:lnSpc>
              <a:spcBef>
                <a:spcPts val="1600"/>
              </a:spcBef>
              <a:spcAft>
                <a:spcPts val="0"/>
              </a:spcAft>
              <a:buSzPts val="800"/>
              <a:buChar char="●"/>
              <a:defRPr/>
            </a:lvl7pPr>
            <a:lvl8pPr indent="-273050" lvl="7" marL="3657600" algn="l">
              <a:lnSpc>
                <a:spcPct val="115000"/>
              </a:lnSpc>
              <a:spcBef>
                <a:spcPts val="1600"/>
              </a:spcBef>
              <a:spcAft>
                <a:spcPts val="0"/>
              </a:spcAft>
              <a:buSzPts val="700"/>
              <a:buChar char="○"/>
              <a:defRPr/>
            </a:lvl8pPr>
            <a:lvl9pPr indent="-266700" lvl="8" marL="4114800" algn="l">
              <a:lnSpc>
                <a:spcPct val="115000"/>
              </a:lnSpc>
              <a:spcBef>
                <a:spcPts val="1600"/>
              </a:spcBef>
              <a:spcAft>
                <a:spcPts val="1600"/>
              </a:spcAft>
              <a:buSzPts val="600"/>
              <a:buChar char="■"/>
              <a:defRPr/>
            </a:lvl9pPr>
          </a:lstStyle>
          <a:p/>
        </p:txBody>
      </p:sp>
      <p:sp>
        <p:nvSpPr>
          <p:cNvPr id="159" name="Google Shape;159;p55"/>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0" name="Shape 160"/>
        <p:cNvGrpSpPr/>
        <p:nvPr/>
      </p:nvGrpSpPr>
      <p:grpSpPr>
        <a:xfrm>
          <a:off x="0" y="0"/>
          <a:ext cx="0" cy="0"/>
          <a:chOff x="0" y="0"/>
          <a:chExt cx="0" cy="0"/>
        </a:xfrm>
      </p:grpSpPr>
      <p:sp>
        <p:nvSpPr>
          <p:cNvPr id="161" name="Google Shape;161;p56"/>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5"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2"/>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434343"/>
              </a:buClr>
              <a:buSzPts val="2200"/>
              <a:buFont typeface="Nunito"/>
              <a:buNone/>
              <a:defRPr b="1" i="0" sz="2200" u="none" cap="none" strike="noStrike">
                <a:solidFill>
                  <a:srgbClr val="434343"/>
                </a:solidFill>
                <a:latin typeface="Nunito"/>
                <a:ea typeface="Nunito"/>
                <a:cs typeface="Nunito"/>
                <a:sym typeface="Nunito"/>
              </a:defRPr>
            </a:lvl1pPr>
            <a:lvl2pPr lvl="1"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2pPr>
            <a:lvl3pPr lvl="2"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3pPr>
            <a:lvl4pPr lvl="3"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4pPr>
            <a:lvl5pPr lvl="4"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5pPr>
            <a:lvl6pPr lvl="5"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6pPr>
            <a:lvl7pPr lvl="6"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7pPr>
            <a:lvl8pPr lvl="7"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8pPr>
            <a:lvl9pPr lvl="8"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9pPr>
          </a:lstStyle>
          <a:p/>
        </p:txBody>
      </p:sp>
      <p:sp>
        <p:nvSpPr>
          <p:cNvPr id="7" name="Google Shape;7;p22"/>
          <p:cNvSpPr txBox="1"/>
          <p:nvPr>
            <p:ph idx="1" type="body"/>
          </p:nvPr>
        </p:nvSpPr>
        <p:spPr>
          <a:xfrm>
            <a:off x="311700" y="861075"/>
            <a:ext cx="8520600" cy="3416400"/>
          </a:xfrm>
          <a:prstGeom prst="rect">
            <a:avLst/>
          </a:prstGeom>
          <a:noFill/>
          <a:ln>
            <a:noFill/>
          </a:ln>
        </p:spPr>
        <p:txBody>
          <a:bodyPr anchorCtr="0" anchor="t" bIns="91425" lIns="91425" spcFirstLastPara="1" rIns="91425" wrap="square" tIns="91425">
            <a:noAutofit/>
          </a:bodyPr>
          <a:lstStyle>
            <a:lvl1pPr indent="-323850" lvl="0" marL="457200" marR="0" rtl="0" algn="l">
              <a:lnSpc>
                <a:spcPct val="115000"/>
              </a:lnSpc>
              <a:spcBef>
                <a:spcPts val="0"/>
              </a:spcBef>
              <a:spcAft>
                <a:spcPts val="0"/>
              </a:spcAft>
              <a:buClr>
                <a:schemeClr val="dk2"/>
              </a:buClr>
              <a:buSzPts val="1500"/>
              <a:buFont typeface="Nunito"/>
              <a:buChar char="●"/>
              <a:defRPr b="0" i="0" sz="1500" u="none" cap="none" strike="noStrike">
                <a:solidFill>
                  <a:schemeClr val="dk2"/>
                </a:solidFill>
                <a:latin typeface="Nunito"/>
                <a:ea typeface="Nunito"/>
                <a:cs typeface="Nunito"/>
                <a:sym typeface="Nunito"/>
              </a:defRPr>
            </a:lvl1pPr>
            <a:lvl2pPr indent="-311150" lvl="1" marL="914400" marR="0" rtl="0" algn="l">
              <a:lnSpc>
                <a:spcPct val="115000"/>
              </a:lnSpc>
              <a:spcBef>
                <a:spcPts val="1600"/>
              </a:spcBef>
              <a:spcAft>
                <a:spcPts val="0"/>
              </a:spcAft>
              <a:buClr>
                <a:schemeClr val="dk2"/>
              </a:buClr>
              <a:buSzPts val="1300"/>
              <a:buFont typeface="Nunito"/>
              <a:buChar char="○"/>
              <a:defRPr b="0" i="0" sz="1300" u="none" cap="none" strike="noStrike">
                <a:solidFill>
                  <a:schemeClr val="dk2"/>
                </a:solidFill>
                <a:latin typeface="Nunito"/>
                <a:ea typeface="Nunito"/>
                <a:cs typeface="Nunito"/>
                <a:sym typeface="Nunito"/>
              </a:defRPr>
            </a:lvl2pPr>
            <a:lvl3pPr indent="-304800" lvl="2" marL="1371600" marR="0" rtl="0" algn="l">
              <a:lnSpc>
                <a:spcPct val="115000"/>
              </a:lnSpc>
              <a:spcBef>
                <a:spcPts val="1600"/>
              </a:spcBef>
              <a:spcAft>
                <a:spcPts val="0"/>
              </a:spcAft>
              <a:buClr>
                <a:schemeClr val="dk2"/>
              </a:buClr>
              <a:buSzPts val="1200"/>
              <a:buFont typeface="Nunito"/>
              <a:buChar char="■"/>
              <a:defRPr b="0" i="0" sz="1200" u="none" cap="none" strike="noStrike">
                <a:solidFill>
                  <a:schemeClr val="dk2"/>
                </a:solidFill>
                <a:latin typeface="Nunito"/>
                <a:ea typeface="Nunito"/>
                <a:cs typeface="Nunito"/>
                <a:sym typeface="Nunito"/>
              </a:defRPr>
            </a:lvl3pPr>
            <a:lvl4pPr indent="-298450" lvl="3" marL="1828800" marR="0" rtl="0" algn="l">
              <a:lnSpc>
                <a:spcPct val="115000"/>
              </a:lnSpc>
              <a:spcBef>
                <a:spcPts val="160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4pPr>
            <a:lvl5pPr indent="-292100" lvl="4" marL="2286000" marR="0" rtl="0" algn="l">
              <a:lnSpc>
                <a:spcPct val="115000"/>
              </a:lnSpc>
              <a:spcBef>
                <a:spcPts val="1600"/>
              </a:spcBef>
              <a:spcAft>
                <a:spcPts val="0"/>
              </a:spcAft>
              <a:buClr>
                <a:schemeClr val="dk2"/>
              </a:buClr>
              <a:buSzPts val="1000"/>
              <a:buFont typeface="Nunito"/>
              <a:buChar char="○"/>
              <a:defRPr b="0" i="0" sz="1000" u="none" cap="none" strike="noStrike">
                <a:solidFill>
                  <a:schemeClr val="dk2"/>
                </a:solidFill>
                <a:latin typeface="Nunito"/>
                <a:ea typeface="Nunito"/>
                <a:cs typeface="Nunito"/>
                <a:sym typeface="Nunito"/>
              </a:defRPr>
            </a:lvl5pPr>
            <a:lvl6pPr indent="-285750" lvl="5" marL="2743200" marR="0" rtl="0" algn="l">
              <a:lnSpc>
                <a:spcPct val="115000"/>
              </a:lnSpc>
              <a:spcBef>
                <a:spcPts val="1600"/>
              </a:spcBef>
              <a:spcAft>
                <a:spcPts val="0"/>
              </a:spcAft>
              <a:buClr>
                <a:schemeClr val="dk2"/>
              </a:buClr>
              <a:buSzPts val="900"/>
              <a:buFont typeface="Nunito"/>
              <a:buChar char="■"/>
              <a:defRPr b="0" i="0" sz="900" u="none" cap="none" strike="noStrike">
                <a:solidFill>
                  <a:schemeClr val="dk2"/>
                </a:solidFill>
                <a:latin typeface="Nunito"/>
                <a:ea typeface="Nunito"/>
                <a:cs typeface="Nunito"/>
                <a:sym typeface="Nunito"/>
              </a:defRPr>
            </a:lvl6pPr>
            <a:lvl7pPr indent="-279400" lvl="6" marL="3200400" marR="0" rtl="0" algn="l">
              <a:lnSpc>
                <a:spcPct val="115000"/>
              </a:lnSpc>
              <a:spcBef>
                <a:spcPts val="1600"/>
              </a:spcBef>
              <a:spcAft>
                <a:spcPts val="0"/>
              </a:spcAft>
              <a:buClr>
                <a:schemeClr val="dk2"/>
              </a:buClr>
              <a:buSzPts val="800"/>
              <a:buFont typeface="Nunito"/>
              <a:buChar char="●"/>
              <a:defRPr b="0" i="0" sz="800" u="none" cap="none" strike="noStrike">
                <a:solidFill>
                  <a:schemeClr val="dk2"/>
                </a:solidFill>
                <a:latin typeface="Nunito"/>
                <a:ea typeface="Nunito"/>
                <a:cs typeface="Nunito"/>
                <a:sym typeface="Nunito"/>
              </a:defRPr>
            </a:lvl7pPr>
            <a:lvl8pPr indent="-273050" lvl="7" marL="3657600" marR="0" rtl="0" algn="l">
              <a:lnSpc>
                <a:spcPct val="115000"/>
              </a:lnSpc>
              <a:spcBef>
                <a:spcPts val="1600"/>
              </a:spcBef>
              <a:spcAft>
                <a:spcPts val="0"/>
              </a:spcAft>
              <a:buClr>
                <a:schemeClr val="dk2"/>
              </a:buClr>
              <a:buSzPts val="700"/>
              <a:buFont typeface="Nunito"/>
              <a:buChar char="○"/>
              <a:defRPr b="0" i="0" sz="700" u="none" cap="none" strike="noStrike">
                <a:solidFill>
                  <a:schemeClr val="dk2"/>
                </a:solidFill>
                <a:latin typeface="Nunito"/>
                <a:ea typeface="Nunito"/>
                <a:cs typeface="Nunito"/>
                <a:sym typeface="Nunito"/>
              </a:defRPr>
            </a:lvl8pPr>
            <a:lvl9pPr indent="-266700" lvl="8" marL="4114800" marR="0" rtl="0" algn="l">
              <a:lnSpc>
                <a:spcPct val="115000"/>
              </a:lnSpc>
              <a:spcBef>
                <a:spcPts val="1600"/>
              </a:spcBef>
              <a:spcAft>
                <a:spcPts val="1600"/>
              </a:spcAft>
              <a:buClr>
                <a:schemeClr val="dk2"/>
              </a:buClr>
              <a:buSzPts val="600"/>
              <a:buFont typeface="Nunito"/>
              <a:buChar char="■"/>
              <a:defRPr b="0" i="0" sz="600" u="none" cap="none" strike="noStrike">
                <a:solidFill>
                  <a:schemeClr val="dk2"/>
                </a:solidFill>
                <a:latin typeface="Nunito"/>
                <a:ea typeface="Nunito"/>
                <a:cs typeface="Nunito"/>
                <a:sym typeface="Nunito"/>
              </a:defRPr>
            </a:lvl9pPr>
          </a:lstStyle>
          <a:p/>
        </p:txBody>
      </p:sp>
      <p:sp>
        <p:nvSpPr>
          <p:cNvPr id="8" name="Google Shape;8;p22"/>
          <p:cNvSpPr txBox="1"/>
          <p:nvPr/>
        </p:nvSpPr>
        <p:spPr>
          <a:xfrm>
            <a:off x="2234400" y="4917657"/>
            <a:ext cx="4675200" cy="275700"/>
          </a:xfrm>
          <a:prstGeom prst="rect">
            <a:avLst/>
          </a:prstGeom>
          <a:noFill/>
          <a:ln>
            <a:noFill/>
          </a:ln>
        </p:spPr>
        <p:txBody>
          <a:bodyPr anchorCtr="0" anchor="t" bIns="91425" lIns="91425" spcFirstLastPara="1" rIns="91425" wrap="square" tIns="91425">
            <a:noAutofit/>
          </a:bodyPr>
          <a:lstStyle/>
          <a:p>
            <a:pPr indent="0" lvl="0" marL="12700" marR="0" rtl="0" algn="ctr">
              <a:lnSpc>
                <a:spcPct val="102500"/>
              </a:lnSpc>
              <a:spcBef>
                <a:spcPts val="0"/>
              </a:spcBef>
              <a:spcAft>
                <a:spcPts val="0"/>
              </a:spcAft>
              <a:buClr>
                <a:srgbClr val="000000"/>
              </a:buClr>
              <a:buSzPts val="700"/>
              <a:buFont typeface="Arial"/>
              <a:buNone/>
            </a:pPr>
            <a:r>
              <a:rPr b="1" i="0" lang="en" sz="700" u="none" cap="none" strike="noStrike">
                <a:solidFill>
                  <a:srgbClr val="434343"/>
                </a:solidFill>
                <a:latin typeface="Nunito"/>
                <a:ea typeface="Nunito"/>
                <a:cs typeface="Nunito"/>
                <a:sym typeface="Nunito"/>
              </a:rPr>
              <a:t>Proprietary content. © Great Learning. All Rights Reserved. Unauthorized use or distribution prohibited.</a:t>
            </a:r>
            <a:endParaRPr b="1" i="0" sz="700" u="none" cap="none" strike="noStrike">
              <a:solidFill>
                <a:srgbClr val="434343"/>
              </a:solidFill>
              <a:latin typeface="Nunito"/>
              <a:ea typeface="Nunito"/>
              <a:cs typeface="Nunito"/>
              <a:sym typeface="Nunito"/>
            </a:endParaRPr>
          </a:p>
        </p:txBody>
      </p:sp>
      <p:sp>
        <p:nvSpPr>
          <p:cNvPr id="9" name="Google Shape;9;p22"/>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pic>
        <p:nvPicPr>
          <p:cNvPr id="10" name="Google Shape;10;p22"/>
          <p:cNvPicPr preferRelativeResize="0"/>
          <p:nvPr/>
        </p:nvPicPr>
        <p:blipFill rotWithShape="1">
          <a:blip r:embed="rId1">
            <a:alphaModFix/>
          </a:blip>
          <a:srcRect b="0" l="0" r="0" t="0"/>
          <a:stretch/>
        </p:blipFill>
        <p:spPr>
          <a:xfrm>
            <a:off x="7669500" y="68264"/>
            <a:ext cx="1395476" cy="572701"/>
          </a:xfrm>
          <a:prstGeom prst="rect">
            <a:avLst/>
          </a:prstGeom>
          <a:noFill/>
          <a:ln>
            <a:noFill/>
          </a:ln>
        </p:spPr>
      </p:pic>
      <p:grpSp>
        <p:nvGrpSpPr>
          <p:cNvPr id="11" name="Google Shape;11;p22"/>
          <p:cNvGrpSpPr/>
          <p:nvPr/>
        </p:nvGrpSpPr>
        <p:grpSpPr>
          <a:xfrm>
            <a:off x="6593" y="10"/>
            <a:ext cx="175500" cy="709221"/>
            <a:chOff x="6593" y="10"/>
            <a:chExt cx="175500" cy="709221"/>
          </a:xfrm>
        </p:grpSpPr>
        <p:sp>
          <p:nvSpPr>
            <p:cNvPr id="12" name="Google Shape;12;p22"/>
            <p:cNvSpPr/>
            <p:nvPr/>
          </p:nvSpPr>
          <p:spPr>
            <a:xfrm>
              <a:off x="6593" y="10"/>
              <a:ext cx="175500" cy="355500"/>
            </a:xfrm>
            <a:prstGeom prst="rect">
              <a:avLst/>
            </a:prstGeom>
            <a:solidFill>
              <a:srgbClr val="0E39A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2"/>
            <p:cNvSpPr/>
            <p:nvPr/>
          </p:nvSpPr>
          <p:spPr>
            <a:xfrm>
              <a:off x="6593" y="353731"/>
              <a:ext cx="175500" cy="355500"/>
            </a:xfrm>
            <a:prstGeom prst="rect">
              <a:avLst/>
            </a:prstGeom>
            <a:solidFill>
              <a:srgbClr val="1974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14" name="Shape 114"/>
        <p:cNvGrpSpPr/>
        <p:nvPr/>
      </p:nvGrpSpPr>
      <p:grpSpPr>
        <a:xfrm>
          <a:off x="0" y="0"/>
          <a:ext cx="0" cy="0"/>
          <a:chOff x="0" y="0"/>
          <a:chExt cx="0" cy="0"/>
        </a:xfrm>
      </p:grpSpPr>
      <p:sp>
        <p:nvSpPr>
          <p:cNvPr id="115" name="Google Shape;115;p24"/>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434343"/>
              </a:buClr>
              <a:buSzPts val="2200"/>
              <a:buFont typeface="Nunito"/>
              <a:buNone/>
              <a:defRPr b="1" i="0" sz="2200" u="none" cap="none" strike="noStrike">
                <a:solidFill>
                  <a:srgbClr val="434343"/>
                </a:solidFill>
                <a:latin typeface="Nunito"/>
                <a:ea typeface="Nunito"/>
                <a:cs typeface="Nunito"/>
                <a:sym typeface="Nunito"/>
              </a:defRPr>
            </a:lvl1pPr>
            <a:lvl2pPr lvl="1"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2pPr>
            <a:lvl3pPr lvl="2"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3pPr>
            <a:lvl4pPr lvl="3"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4pPr>
            <a:lvl5pPr lvl="4"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5pPr>
            <a:lvl6pPr lvl="5"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6pPr>
            <a:lvl7pPr lvl="6"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7pPr>
            <a:lvl8pPr lvl="7"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8pPr>
            <a:lvl9pPr lvl="8" marR="0" rtl="0" algn="l">
              <a:lnSpc>
                <a:spcPct val="100000"/>
              </a:lnSpc>
              <a:spcBef>
                <a:spcPts val="0"/>
              </a:spcBef>
              <a:spcAft>
                <a:spcPts val="0"/>
              </a:spcAft>
              <a:buClr>
                <a:srgbClr val="434343"/>
              </a:buClr>
              <a:buSzPts val="2500"/>
              <a:buFont typeface="Nunito SemiBold"/>
              <a:buNone/>
              <a:defRPr b="0" i="0" sz="2500" u="none" cap="none" strike="noStrike">
                <a:solidFill>
                  <a:srgbClr val="434343"/>
                </a:solidFill>
                <a:latin typeface="Nunito SemiBold"/>
                <a:ea typeface="Nunito SemiBold"/>
                <a:cs typeface="Nunito SemiBold"/>
                <a:sym typeface="Nunito SemiBold"/>
              </a:defRPr>
            </a:lvl9pPr>
          </a:lstStyle>
          <a:p/>
        </p:txBody>
      </p:sp>
      <p:sp>
        <p:nvSpPr>
          <p:cNvPr id="116" name="Google Shape;116;p24"/>
          <p:cNvSpPr txBox="1"/>
          <p:nvPr>
            <p:ph idx="1" type="body"/>
          </p:nvPr>
        </p:nvSpPr>
        <p:spPr>
          <a:xfrm>
            <a:off x="311700" y="861075"/>
            <a:ext cx="8520600" cy="3416400"/>
          </a:xfrm>
          <a:prstGeom prst="rect">
            <a:avLst/>
          </a:prstGeom>
          <a:noFill/>
          <a:ln>
            <a:noFill/>
          </a:ln>
        </p:spPr>
        <p:txBody>
          <a:bodyPr anchorCtr="0" anchor="t" bIns="91425" lIns="91425" spcFirstLastPara="1" rIns="91425" wrap="square" tIns="91425">
            <a:noAutofit/>
          </a:bodyPr>
          <a:lstStyle>
            <a:lvl1pPr indent="-323850" lvl="0" marL="457200" marR="0" rtl="0" algn="l">
              <a:lnSpc>
                <a:spcPct val="115000"/>
              </a:lnSpc>
              <a:spcBef>
                <a:spcPts val="0"/>
              </a:spcBef>
              <a:spcAft>
                <a:spcPts val="0"/>
              </a:spcAft>
              <a:buClr>
                <a:schemeClr val="dk2"/>
              </a:buClr>
              <a:buSzPts val="1500"/>
              <a:buFont typeface="Nunito"/>
              <a:buChar char="●"/>
              <a:defRPr b="0" i="0" sz="1500" u="none" cap="none" strike="noStrike">
                <a:solidFill>
                  <a:schemeClr val="dk2"/>
                </a:solidFill>
                <a:latin typeface="Nunito"/>
                <a:ea typeface="Nunito"/>
                <a:cs typeface="Nunito"/>
                <a:sym typeface="Nunito"/>
              </a:defRPr>
            </a:lvl1pPr>
            <a:lvl2pPr indent="-311150" lvl="1" marL="914400" marR="0" rtl="0" algn="l">
              <a:lnSpc>
                <a:spcPct val="115000"/>
              </a:lnSpc>
              <a:spcBef>
                <a:spcPts val="1600"/>
              </a:spcBef>
              <a:spcAft>
                <a:spcPts val="0"/>
              </a:spcAft>
              <a:buClr>
                <a:schemeClr val="dk2"/>
              </a:buClr>
              <a:buSzPts val="1300"/>
              <a:buFont typeface="Nunito"/>
              <a:buChar char="○"/>
              <a:defRPr b="0" i="0" sz="1300" u="none" cap="none" strike="noStrike">
                <a:solidFill>
                  <a:schemeClr val="dk2"/>
                </a:solidFill>
                <a:latin typeface="Nunito"/>
                <a:ea typeface="Nunito"/>
                <a:cs typeface="Nunito"/>
                <a:sym typeface="Nunito"/>
              </a:defRPr>
            </a:lvl2pPr>
            <a:lvl3pPr indent="-304800" lvl="2" marL="1371600" marR="0" rtl="0" algn="l">
              <a:lnSpc>
                <a:spcPct val="115000"/>
              </a:lnSpc>
              <a:spcBef>
                <a:spcPts val="1600"/>
              </a:spcBef>
              <a:spcAft>
                <a:spcPts val="0"/>
              </a:spcAft>
              <a:buClr>
                <a:schemeClr val="dk2"/>
              </a:buClr>
              <a:buSzPts val="1200"/>
              <a:buFont typeface="Nunito"/>
              <a:buChar char="■"/>
              <a:defRPr b="0" i="0" sz="1200" u="none" cap="none" strike="noStrike">
                <a:solidFill>
                  <a:schemeClr val="dk2"/>
                </a:solidFill>
                <a:latin typeface="Nunito"/>
                <a:ea typeface="Nunito"/>
                <a:cs typeface="Nunito"/>
                <a:sym typeface="Nunito"/>
              </a:defRPr>
            </a:lvl3pPr>
            <a:lvl4pPr indent="-298450" lvl="3" marL="1828800" marR="0" rtl="0" algn="l">
              <a:lnSpc>
                <a:spcPct val="115000"/>
              </a:lnSpc>
              <a:spcBef>
                <a:spcPts val="160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4pPr>
            <a:lvl5pPr indent="-292100" lvl="4" marL="2286000" marR="0" rtl="0" algn="l">
              <a:lnSpc>
                <a:spcPct val="115000"/>
              </a:lnSpc>
              <a:spcBef>
                <a:spcPts val="1600"/>
              </a:spcBef>
              <a:spcAft>
                <a:spcPts val="0"/>
              </a:spcAft>
              <a:buClr>
                <a:schemeClr val="dk2"/>
              </a:buClr>
              <a:buSzPts val="1000"/>
              <a:buFont typeface="Nunito"/>
              <a:buChar char="○"/>
              <a:defRPr b="0" i="0" sz="1000" u="none" cap="none" strike="noStrike">
                <a:solidFill>
                  <a:schemeClr val="dk2"/>
                </a:solidFill>
                <a:latin typeface="Nunito"/>
                <a:ea typeface="Nunito"/>
                <a:cs typeface="Nunito"/>
                <a:sym typeface="Nunito"/>
              </a:defRPr>
            </a:lvl5pPr>
            <a:lvl6pPr indent="-285750" lvl="5" marL="2743200" marR="0" rtl="0" algn="l">
              <a:lnSpc>
                <a:spcPct val="115000"/>
              </a:lnSpc>
              <a:spcBef>
                <a:spcPts val="1600"/>
              </a:spcBef>
              <a:spcAft>
                <a:spcPts val="0"/>
              </a:spcAft>
              <a:buClr>
                <a:schemeClr val="dk2"/>
              </a:buClr>
              <a:buSzPts val="900"/>
              <a:buFont typeface="Nunito"/>
              <a:buChar char="■"/>
              <a:defRPr b="0" i="0" sz="900" u="none" cap="none" strike="noStrike">
                <a:solidFill>
                  <a:schemeClr val="dk2"/>
                </a:solidFill>
                <a:latin typeface="Nunito"/>
                <a:ea typeface="Nunito"/>
                <a:cs typeface="Nunito"/>
                <a:sym typeface="Nunito"/>
              </a:defRPr>
            </a:lvl6pPr>
            <a:lvl7pPr indent="-279400" lvl="6" marL="3200400" marR="0" rtl="0" algn="l">
              <a:lnSpc>
                <a:spcPct val="115000"/>
              </a:lnSpc>
              <a:spcBef>
                <a:spcPts val="1600"/>
              </a:spcBef>
              <a:spcAft>
                <a:spcPts val="0"/>
              </a:spcAft>
              <a:buClr>
                <a:schemeClr val="dk2"/>
              </a:buClr>
              <a:buSzPts val="800"/>
              <a:buFont typeface="Nunito"/>
              <a:buChar char="●"/>
              <a:defRPr b="0" i="0" sz="800" u="none" cap="none" strike="noStrike">
                <a:solidFill>
                  <a:schemeClr val="dk2"/>
                </a:solidFill>
                <a:latin typeface="Nunito"/>
                <a:ea typeface="Nunito"/>
                <a:cs typeface="Nunito"/>
                <a:sym typeface="Nunito"/>
              </a:defRPr>
            </a:lvl7pPr>
            <a:lvl8pPr indent="-273050" lvl="7" marL="3657600" marR="0" rtl="0" algn="l">
              <a:lnSpc>
                <a:spcPct val="115000"/>
              </a:lnSpc>
              <a:spcBef>
                <a:spcPts val="1600"/>
              </a:spcBef>
              <a:spcAft>
                <a:spcPts val="0"/>
              </a:spcAft>
              <a:buClr>
                <a:schemeClr val="dk2"/>
              </a:buClr>
              <a:buSzPts val="700"/>
              <a:buFont typeface="Nunito"/>
              <a:buChar char="○"/>
              <a:defRPr b="0" i="0" sz="700" u="none" cap="none" strike="noStrike">
                <a:solidFill>
                  <a:schemeClr val="dk2"/>
                </a:solidFill>
                <a:latin typeface="Nunito"/>
                <a:ea typeface="Nunito"/>
                <a:cs typeface="Nunito"/>
                <a:sym typeface="Nunito"/>
              </a:defRPr>
            </a:lvl8pPr>
            <a:lvl9pPr indent="-266700" lvl="8" marL="4114800" marR="0" rtl="0" algn="l">
              <a:lnSpc>
                <a:spcPct val="115000"/>
              </a:lnSpc>
              <a:spcBef>
                <a:spcPts val="1600"/>
              </a:spcBef>
              <a:spcAft>
                <a:spcPts val="1600"/>
              </a:spcAft>
              <a:buClr>
                <a:schemeClr val="dk2"/>
              </a:buClr>
              <a:buSzPts val="600"/>
              <a:buFont typeface="Nunito"/>
              <a:buChar char="■"/>
              <a:defRPr b="0" i="0" sz="600" u="none" cap="none" strike="noStrike">
                <a:solidFill>
                  <a:schemeClr val="dk2"/>
                </a:solidFill>
                <a:latin typeface="Nunito"/>
                <a:ea typeface="Nunito"/>
                <a:cs typeface="Nunito"/>
                <a:sym typeface="Nunito"/>
              </a:defRPr>
            </a:lvl9pPr>
          </a:lstStyle>
          <a:p/>
        </p:txBody>
      </p:sp>
      <p:sp>
        <p:nvSpPr>
          <p:cNvPr id="117" name="Google Shape;117;p24"/>
          <p:cNvSpPr txBox="1"/>
          <p:nvPr/>
        </p:nvSpPr>
        <p:spPr>
          <a:xfrm>
            <a:off x="2234400" y="4917657"/>
            <a:ext cx="4675200" cy="275700"/>
          </a:xfrm>
          <a:prstGeom prst="rect">
            <a:avLst/>
          </a:prstGeom>
          <a:noFill/>
          <a:ln>
            <a:noFill/>
          </a:ln>
        </p:spPr>
        <p:txBody>
          <a:bodyPr anchorCtr="0" anchor="t" bIns="91425" lIns="91425" spcFirstLastPara="1" rIns="91425" wrap="square" tIns="91425">
            <a:noAutofit/>
          </a:bodyPr>
          <a:lstStyle/>
          <a:p>
            <a:pPr indent="0" lvl="0" marL="12700" marR="0" rtl="0" algn="ctr">
              <a:lnSpc>
                <a:spcPct val="102500"/>
              </a:lnSpc>
              <a:spcBef>
                <a:spcPts val="0"/>
              </a:spcBef>
              <a:spcAft>
                <a:spcPts val="0"/>
              </a:spcAft>
              <a:buClr>
                <a:srgbClr val="000000"/>
              </a:buClr>
              <a:buSzPts val="700"/>
              <a:buFont typeface="Arial"/>
              <a:buNone/>
            </a:pPr>
            <a:r>
              <a:rPr b="1" i="0" lang="en" sz="700" u="none" cap="none" strike="noStrike">
                <a:solidFill>
                  <a:srgbClr val="434343"/>
                </a:solidFill>
                <a:latin typeface="Nunito"/>
                <a:ea typeface="Nunito"/>
                <a:cs typeface="Nunito"/>
                <a:sym typeface="Nunito"/>
              </a:rPr>
              <a:t>Proprietary content. © Great Learning. All Rights Reserved. Unauthorized use or distribution prohibited.</a:t>
            </a:r>
            <a:endParaRPr b="1" i="0" sz="700" u="none" cap="none" strike="noStrike">
              <a:solidFill>
                <a:srgbClr val="434343"/>
              </a:solidFill>
              <a:latin typeface="Nunito"/>
              <a:ea typeface="Nunito"/>
              <a:cs typeface="Nunito"/>
              <a:sym typeface="Nunito"/>
            </a:endParaRPr>
          </a:p>
        </p:txBody>
      </p:sp>
      <p:sp>
        <p:nvSpPr>
          <p:cNvPr id="118" name="Google Shape;118;p24"/>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pic>
        <p:nvPicPr>
          <p:cNvPr id="119" name="Google Shape;119;p24"/>
          <p:cNvPicPr preferRelativeResize="0"/>
          <p:nvPr/>
        </p:nvPicPr>
        <p:blipFill rotWithShape="1">
          <a:blip r:embed="rId1">
            <a:alphaModFix/>
          </a:blip>
          <a:srcRect b="0" l="0" r="0" t="0"/>
          <a:stretch/>
        </p:blipFill>
        <p:spPr>
          <a:xfrm>
            <a:off x="7669500" y="68264"/>
            <a:ext cx="1395476" cy="572701"/>
          </a:xfrm>
          <a:prstGeom prst="rect">
            <a:avLst/>
          </a:prstGeom>
          <a:noFill/>
          <a:ln>
            <a:noFill/>
          </a:ln>
        </p:spPr>
      </p:pic>
      <p:grpSp>
        <p:nvGrpSpPr>
          <p:cNvPr id="120" name="Google Shape;120;p24"/>
          <p:cNvGrpSpPr/>
          <p:nvPr/>
        </p:nvGrpSpPr>
        <p:grpSpPr>
          <a:xfrm>
            <a:off x="6593" y="10"/>
            <a:ext cx="175500" cy="709221"/>
            <a:chOff x="6593" y="10"/>
            <a:chExt cx="175500" cy="709221"/>
          </a:xfrm>
        </p:grpSpPr>
        <p:sp>
          <p:nvSpPr>
            <p:cNvPr id="121" name="Google Shape;121;p24"/>
            <p:cNvSpPr/>
            <p:nvPr/>
          </p:nvSpPr>
          <p:spPr>
            <a:xfrm>
              <a:off x="6593" y="10"/>
              <a:ext cx="175500" cy="355500"/>
            </a:xfrm>
            <a:prstGeom prst="rect">
              <a:avLst/>
            </a:prstGeom>
            <a:solidFill>
              <a:srgbClr val="0E39A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24"/>
            <p:cNvSpPr/>
            <p:nvPr/>
          </p:nvSpPr>
          <p:spPr>
            <a:xfrm>
              <a:off x="6593" y="353731"/>
              <a:ext cx="175500" cy="355500"/>
            </a:xfrm>
            <a:prstGeom prst="rect">
              <a:avLst/>
            </a:prstGeom>
            <a:solidFill>
              <a:srgbClr val="1974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3.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3.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3.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9.png"/><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
          <p:cNvSpPr txBox="1"/>
          <p:nvPr/>
        </p:nvSpPr>
        <p:spPr>
          <a:xfrm>
            <a:off x="942525" y="956000"/>
            <a:ext cx="7567200" cy="146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4100">
                <a:solidFill>
                  <a:schemeClr val="lt2"/>
                </a:solidFill>
                <a:latin typeface="Nunito"/>
                <a:ea typeface="Nunito"/>
                <a:cs typeface="Nunito"/>
                <a:sym typeface="Nunito"/>
              </a:rPr>
              <a:t>Stock Market Sentiment Analysis and Summarization</a:t>
            </a:r>
            <a:endParaRPr b="1" sz="4100">
              <a:solidFill>
                <a:schemeClr val="lt2"/>
              </a:solidFill>
              <a:latin typeface="Nunito"/>
              <a:ea typeface="Nunito"/>
              <a:cs typeface="Nunito"/>
              <a:sym typeface="Nunito"/>
            </a:endParaRPr>
          </a:p>
        </p:txBody>
      </p:sp>
      <p:sp>
        <p:nvSpPr>
          <p:cNvPr id="167" name="Google Shape;167;p2"/>
          <p:cNvSpPr txBox="1"/>
          <p:nvPr/>
        </p:nvSpPr>
        <p:spPr>
          <a:xfrm>
            <a:off x="1050250" y="2517900"/>
            <a:ext cx="6072600" cy="102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900">
                <a:solidFill>
                  <a:srgbClr val="0E39A9"/>
                </a:solidFill>
                <a:latin typeface="Nunito"/>
                <a:ea typeface="Nunito"/>
                <a:cs typeface="Nunito"/>
                <a:sym typeface="Nunito"/>
              </a:rPr>
              <a:t>NLP Project</a:t>
            </a:r>
            <a:endParaRPr b="1" sz="2900">
              <a:solidFill>
                <a:srgbClr val="0E39A9"/>
              </a:solidFill>
              <a:latin typeface="Nunito"/>
              <a:ea typeface="Nunito"/>
              <a:cs typeface="Nunito"/>
              <a:sym typeface="Nunito"/>
            </a:endParaRPr>
          </a:p>
          <a:p>
            <a:pPr indent="0" lvl="0" marL="0" rtl="0" algn="l">
              <a:spcBef>
                <a:spcPts val="0"/>
              </a:spcBef>
              <a:spcAft>
                <a:spcPts val="0"/>
              </a:spcAft>
              <a:buNone/>
            </a:pPr>
            <a:r>
              <a:rPr b="1" lang="en" sz="2300">
                <a:solidFill>
                  <a:srgbClr val="0E39A9"/>
                </a:solidFill>
                <a:latin typeface="Nunito"/>
                <a:ea typeface="Nunito"/>
                <a:cs typeface="Nunito"/>
                <a:sym typeface="Nunito"/>
              </a:rPr>
              <a:t>1/1/2025</a:t>
            </a:r>
            <a:endParaRPr b="1" sz="2300">
              <a:solidFill>
                <a:srgbClr val="0E39A9"/>
              </a:solidFill>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323b5f42be1_0_13"/>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Contents / Agenda</a:t>
            </a:r>
            <a:endParaRPr sz="2400">
              <a:solidFill>
                <a:srgbClr val="0E39A9"/>
              </a:solidFill>
            </a:endParaRPr>
          </a:p>
        </p:txBody>
      </p:sp>
      <p:sp>
        <p:nvSpPr>
          <p:cNvPr id="173" name="Google Shape;173;g323b5f42be1_0_13"/>
          <p:cNvSpPr txBox="1"/>
          <p:nvPr/>
        </p:nvSpPr>
        <p:spPr>
          <a:xfrm>
            <a:off x="325250" y="808475"/>
            <a:ext cx="8397900" cy="24885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1000"/>
              </a:spcBef>
              <a:spcAft>
                <a:spcPts val="0"/>
              </a:spcAft>
              <a:buClr>
                <a:srgbClr val="000000"/>
              </a:buClr>
              <a:buSzPts val="1600"/>
              <a:buFont typeface="Nunito"/>
              <a:buChar char="●"/>
            </a:pPr>
            <a:r>
              <a:rPr b="0" i="0" lang="en" sz="1600" u="none" cap="none" strike="noStrike">
                <a:solidFill>
                  <a:srgbClr val="000000"/>
                </a:solidFill>
                <a:latin typeface="Nunito"/>
                <a:ea typeface="Nunito"/>
                <a:cs typeface="Nunito"/>
                <a:sym typeface="Nunito"/>
              </a:rPr>
              <a:t>Executive Summary</a:t>
            </a:r>
            <a:endParaRPr b="0" i="0" sz="1600" u="none" cap="none" strike="noStrike">
              <a:solidFill>
                <a:srgbClr val="000000"/>
              </a:solidFill>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b="0" i="0" lang="en" sz="1600" u="none" cap="none" strike="noStrike">
                <a:solidFill>
                  <a:srgbClr val="000000"/>
                </a:solidFill>
                <a:latin typeface="Nunito"/>
                <a:ea typeface="Nunito"/>
                <a:cs typeface="Nunito"/>
                <a:sym typeface="Nunito"/>
              </a:rPr>
              <a:t>Business Problem Overview and Solution Approach</a:t>
            </a:r>
            <a:endParaRPr b="0" i="0" sz="1600" u="none" cap="none" strike="noStrike">
              <a:solidFill>
                <a:srgbClr val="000000"/>
              </a:solidFill>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b="0" i="0" lang="en" sz="1600" u="none" cap="none" strike="noStrike">
                <a:solidFill>
                  <a:srgbClr val="000000"/>
                </a:solidFill>
                <a:latin typeface="Nunito"/>
                <a:ea typeface="Nunito"/>
                <a:cs typeface="Nunito"/>
                <a:sym typeface="Nunito"/>
              </a:rPr>
              <a:t>EDA Results </a:t>
            </a:r>
            <a:endParaRPr b="0" i="0" sz="1600" u="none" cap="none" strike="noStrike">
              <a:solidFill>
                <a:srgbClr val="000000"/>
              </a:solidFill>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b="0" i="0" lang="en" sz="1600" u="none" cap="none" strike="noStrike">
                <a:solidFill>
                  <a:srgbClr val="000000"/>
                </a:solidFill>
                <a:latin typeface="Nunito"/>
                <a:ea typeface="Nunito"/>
                <a:cs typeface="Nunito"/>
                <a:sym typeface="Nunito"/>
              </a:rPr>
              <a:t>Data Preprocessing </a:t>
            </a:r>
            <a:endParaRPr b="0" i="0" sz="1600" u="none" cap="none" strike="noStrike">
              <a:solidFill>
                <a:srgbClr val="000000"/>
              </a:solidFill>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b="0" i="0" lang="en" sz="1600" u="none" cap="none" strike="noStrike">
                <a:solidFill>
                  <a:srgbClr val="000000"/>
                </a:solidFill>
                <a:latin typeface="Nunito"/>
                <a:ea typeface="Nunito"/>
                <a:cs typeface="Nunito"/>
                <a:sym typeface="Nunito"/>
              </a:rPr>
              <a:t>Model Performance Summary </a:t>
            </a:r>
            <a:endParaRPr b="0" i="0" sz="1600" u="none" cap="none" strike="noStrike">
              <a:solidFill>
                <a:srgbClr val="000000"/>
              </a:solidFill>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b="0" i="0" lang="en" sz="1600" u="none" cap="none" strike="noStrike">
                <a:solidFill>
                  <a:srgbClr val="000000"/>
                </a:solidFill>
                <a:latin typeface="Nunito"/>
                <a:ea typeface="Nunito"/>
                <a:cs typeface="Nunito"/>
                <a:sym typeface="Nunito"/>
              </a:rPr>
              <a:t>Appendix</a:t>
            </a:r>
            <a:endParaRPr b="0" i="0" sz="1600" u="none" cap="none" strike="noStrike">
              <a:solidFill>
                <a:srgbClr val="000000"/>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Executive Summary</a:t>
            </a:r>
            <a:endParaRPr sz="2400">
              <a:solidFill>
                <a:srgbClr val="0E39A9"/>
              </a:solidFill>
            </a:endParaRPr>
          </a:p>
        </p:txBody>
      </p:sp>
      <p:sp>
        <p:nvSpPr>
          <p:cNvPr id="179" name="Google Shape;179;p3"/>
          <p:cNvSpPr txBox="1"/>
          <p:nvPr/>
        </p:nvSpPr>
        <p:spPr>
          <a:xfrm>
            <a:off x="325250" y="808475"/>
            <a:ext cx="8397900" cy="38295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0"/>
              </a:spcBef>
              <a:spcAft>
                <a:spcPts val="0"/>
              </a:spcAft>
              <a:buClr>
                <a:srgbClr val="000000"/>
              </a:buClr>
              <a:buSzPts val="1600"/>
              <a:buFont typeface="Nunito"/>
              <a:buChar char="●"/>
            </a:pPr>
            <a:r>
              <a:rPr lang="en" sz="1600">
                <a:latin typeface="Nunito"/>
                <a:ea typeface="Nunito"/>
                <a:cs typeface="Nunito"/>
                <a:sym typeface="Nunito"/>
              </a:rPr>
              <a:t>The solution developed will help the analysts to </a:t>
            </a:r>
            <a:r>
              <a:rPr lang="en" sz="1600">
                <a:latin typeface="Nunito"/>
                <a:ea typeface="Nunito"/>
                <a:cs typeface="Nunito"/>
                <a:sym typeface="Nunito"/>
              </a:rPr>
              <a:t>gauge</a:t>
            </a:r>
            <a:r>
              <a:rPr lang="en" sz="1600">
                <a:latin typeface="Nunito"/>
                <a:ea typeface="Nunito"/>
                <a:cs typeface="Nunito"/>
                <a:sym typeface="Nunito"/>
              </a:rPr>
              <a:t> the market sentiment quickly and make data driven and informed decisions</a:t>
            </a:r>
            <a:br>
              <a:rPr lang="en" sz="1600">
                <a:latin typeface="Nunito"/>
                <a:ea typeface="Nunito"/>
                <a:cs typeface="Nunito"/>
                <a:sym typeface="Nunito"/>
              </a:rPr>
            </a:br>
            <a:endParaRPr sz="1600">
              <a:latin typeface="Nunito"/>
              <a:ea typeface="Nunito"/>
              <a:cs typeface="Nunito"/>
              <a:sym typeface="Nunito"/>
            </a:endParaRPr>
          </a:p>
          <a:p>
            <a:pPr indent="-330200" lvl="0" marL="457200" marR="0" rtl="0" algn="l">
              <a:lnSpc>
                <a:spcPct val="115000"/>
              </a:lnSpc>
              <a:spcBef>
                <a:spcPts val="0"/>
              </a:spcBef>
              <a:spcAft>
                <a:spcPts val="0"/>
              </a:spcAft>
              <a:buSzPts val="1600"/>
              <a:buFont typeface="Nunito"/>
              <a:buChar char="●"/>
            </a:pPr>
            <a:r>
              <a:rPr lang="en" sz="1600">
                <a:latin typeface="Nunito"/>
                <a:ea typeface="Nunito"/>
                <a:cs typeface="Nunito"/>
                <a:sym typeface="Nunito"/>
              </a:rPr>
              <a:t>Financial advisors can grow their business by assisting clients and investors by making data driven decision, and day to day tasks such as data analysis, market prediction, trend analysis, portfolio optimization, risk assessment etc.</a:t>
            </a:r>
            <a:endParaRPr sz="1600">
              <a:latin typeface="Nunito"/>
              <a:ea typeface="Nunito"/>
              <a:cs typeface="Nunito"/>
              <a:sym typeface="Nunito"/>
            </a:endParaRPr>
          </a:p>
          <a:p>
            <a:pPr indent="0" lvl="0" marL="457200" marR="0" rtl="0" algn="l">
              <a:lnSpc>
                <a:spcPct val="115000"/>
              </a:lnSpc>
              <a:spcBef>
                <a:spcPts val="0"/>
              </a:spcBef>
              <a:spcAft>
                <a:spcPts val="0"/>
              </a:spcAft>
              <a:buNone/>
            </a:pPr>
            <a:r>
              <a:t/>
            </a:r>
            <a:endParaRPr sz="1600">
              <a:latin typeface="Nunito"/>
              <a:ea typeface="Nunito"/>
              <a:cs typeface="Nunito"/>
              <a:sym typeface="Nunito"/>
            </a:endParaRPr>
          </a:p>
          <a:p>
            <a:pPr indent="-330200" lvl="0" marL="457200" marR="0" rtl="0" algn="l">
              <a:lnSpc>
                <a:spcPct val="115000"/>
              </a:lnSpc>
              <a:spcBef>
                <a:spcPts val="0"/>
              </a:spcBef>
              <a:spcAft>
                <a:spcPts val="0"/>
              </a:spcAft>
              <a:buSzPts val="1600"/>
              <a:buFont typeface="Nunito"/>
              <a:buChar char="●"/>
            </a:pPr>
            <a:r>
              <a:rPr lang="en" sz="1600">
                <a:latin typeface="Nunito"/>
                <a:ea typeface="Nunito"/>
                <a:cs typeface="Nunito"/>
                <a:sym typeface="Nunito"/>
              </a:rPr>
              <a:t>I</a:t>
            </a:r>
            <a:r>
              <a:rPr lang="en" sz="1600">
                <a:latin typeface="Nunito"/>
                <a:ea typeface="Nunito"/>
                <a:cs typeface="Nunito"/>
                <a:sym typeface="Nunito"/>
              </a:rPr>
              <a:t>t is recommended to try other classifiers and hyperparameters to tune the model to improve accuracy and overall performance</a:t>
            </a:r>
            <a:br>
              <a:rPr lang="en" sz="1600">
                <a:latin typeface="Nunito"/>
                <a:ea typeface="Nunito"/>
                <a:cs typeface="Nunito"/>
                <a:sym typeface="Nunito"/>
              </a:rPr>
            </a:br>
            <a:endParaRPr sz="1600">
              <a:latin typeface="Nunito"/>
              <a:ea typeface="Nunito"/>
              <a:cs typeface="Nunito"/>
              <a:sym typeface="Nunito"/>
            </a:endParaRPr>
          </a:p>
          <a:p>
            <a:pPr indent="-330200" lvl="0" marL="457200" marR="0" rtl="0" algn="l">
              <a:lnSpc>
                <a:spcPct val="115000"/>
              </a:lnSpc>
              <a:spcBef>
                <a:spcPts val="0"/>
              </a:spcBef>
              <a:spcAft>
                <a:spcPts val="0"/>
              </a:spcAft>
              <a:buSzPts val="1600"/>
              <a:buFont typeface="Nunito"/>
              <a:buChar char="●"/>
            </a:pPr>
            <a:r>
              <a:rPr lang="en" sz="1600">
                <a:latin typeface="Nunito"/>
                <a:ea typeface="Nunito"/>
                <a:cs typeface="Nunito"/>
                <a:sym typeface="Nunito"/>
              </a:rPr>
              <a:t>It is also recommended to collect more data to train the model better to handle new data efficiently</a:t>
            </a:r>
            <a:endParaRPr sz="1600">
              <a:latin typeface="Nunito"/>
              <a:ea typeface="Nunito"/>
              <a:cs typeface="Nunito"/>
              <a:sym typeface="Nunito"/>
            </a:endParaRPr>
          </a:p>
          <a:p>
            <a:pPr indent="0" lvl="0" marL="457200" marR="0" rtl="0" algn="l">
              <a:lnSpc>
                <a:spcPct val="115000"/>
              </a:lnSpc>
              <a:spcBef>
                <a:spcPts val="0"/>
              </a:spcBef>
              <a:spcAft>
                <a:spcPts val="0"/>
              </a:spcAft>
              <a:buClr>
                <a:srgbClr val="000000"/>
              </a:buClr>
              <a:buSzPts val="1600"/>
              <a:buFont typeface="Arial"/>
              <a:buNone/>
            </a:pPr>
            <a:r>
              <a:t/>
            </a:r>
            <a:endParaRPr b="0" i="0" sz="1600" u="none" cap="none" strike="noStrike">
              <a:solidFill>
                <a:srgbClr val="000000"/>
              </a:solidFill>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4"/>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Business Problem Overview</a:t>
            </a:r>
            <a:endParaRPr sz="2400">
              <a:solidFill>
                <a:srgbClr val="0E39A9"/>
              </a:solidFill>
            </a:endParaRPr>
          </a:p>
        </p:txBody>
      </p:sp>
      <p:sp>
        <p:nvSpPr>
          <p:cNvPr id="185" name="Google Shape;185;p4"/>
          <p:cNvSpPr txBox="1"/>
          <p:nvPr/>
        </p:nvSpPr>
        <p:spPr>
          <a:xfrm>
            <a:off x="325250" y="579875"/>
            <a:ext cx="8397900" cy="45726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1000"/>
              </a:spcBef>
              <a:spcAft>
                <a:spcPts val="0"/>
              </a:spcAft>
              <a:buClr>
                <a:srgbClr val="000000"/>
              </a:buClr>
              <a:buSzPts val="1600"/>
              <a:buFont typeface="Nunito"/>
              <a:buChar char="●"/>
            </a:pPr>
            <a:r>
              <a:rPr lang="en" sz="1600">
                <a:latin typeface="Nunito"/>
                <a:ea typeface="Nunito"/>
                <a:cs typeface="Nunito"/>
                <a:sym typeface="Nunito"/>
              </a:rPr>
              <a:t>Market Sentiment Analysis in the Financial Industry</a:t>
            </a:r>
            <a:endParaRPr sz="1600">
              <a:latin typeface="Nunito"/>
              <a:ea typeface="Nunito"/>
              <a:cs typeface="Nunito"/>
              <a:sym typeface="Nunito"/>
            </a:endParaRPr>
          </a:p>
          <a:p>
            <a:pPr indent="-330200" lvl="1" marL="914400" rtl="0" algn="l">
              <a:lnSpc>
                <a:spcPct val="115000"/>
              </a:lnSpc>
              <a:spcBef>
                <a:spcPts val="1000"/>
              </a:spcBef>
              <a:spcAft>
                <a:spcPts val="0"/>
              </a:spcAft>
              <a:buSzPts val="1600"/>
              <a:buFont typeface="Nunito"/>
              <a:buChar char="○"/>
            </a:pPr>
            <a:r>
              <a:rPr lang="en" sz="1600">
                <a:latin typeface="Nunito"/>
                <a:ea typeface="Nunito"/>
                <a:cs typeface="Nunito"/>
                <a:sym typeface="Nunito"/>
              </a:rPr>
              <a:t>Multiple </a:t>
            </a:r>
            <a:r>
              <a:rPr lang="en" sz="1600">
                <a:latin typeface="Nunito"/>
                <a:ea typeface="Nunito"/>
                <a:cs typeface="Nunito"/>
                <a:sym typeface="Nunito"/>
              </a:rPr>
              <a:t>influencing factors </a:t>
            </a:r>
            <a:endParaRPr sz="1600">
              <a:latin typeface="Nunito"/>
              <a:ea typeface="Nunito"/>
              <a:cs typeface="Nunito"/>
              <a:sym typeface="Nunito"/>
            </a:endParaRPr>
          </a:p>
          <a:p>
            <a:pPr indent="-330200" lvl="2" marL="1371600" rtl="0" algn="l">
              <a:lnSpc>
                <a:spcPct val="115000"/>
              </a:lnSpc>
              <a:spcBef>
                <a:spcPts val="1000"/>
              </a:spcBef>
              <a:spcAft>
                <a:spcPts val="0"/>
              </a:spcAft>
              <a:buSzPts val="1600"/>
              <a:buFont typeface="Nunito"/>
              <a:buChar char="■"/>
            </a:pPr>
            <a:r>
              <a:rPr lang="en" sz="1600">
                <a:latin typeface="Nunito"/>
                <a:ea typeface="Nunito"/>
                <a:cs typeface="Nunito"/>
                <a:sym typeface="Nunito"/>
              </a:rPr>
              <a:t>Company financial performance, innovations and collaborations and market sentiment</a:t>
            </a:r>
            <a:endParaRPr sz="1600">
              <a:latin typeface="Nunito"/>
              <a:ea typeface="Nunito"/>
              <a:cs typeface="Nunito"/>
              <a:sym typeface="Nunito"/>
            </a:endParaRPr>
          </a:p>
          <a:p>
            <a:pPr indent="-330200" lvl="1" marL="914400" marR="0" rtl="0" algn="l">
              <a:lnSpc>
                <a:spcPct val="115000"/>
              </a:lnSpc>
              <a:spcBef>
                <a:spcPts val="1000"/>
              </a:spcBef>
              <a:spcAft>
                <a:spcPts val="0"/>
              </a:spcAft>
              <a:buSzPts val="1600"/>
              <a:buFont typeface="Nunito"/>
              <a:buChar char="○"/>
            </a:pPr>
            <a:r>
              <a:rPr lang="en" sz="1600">
                <a:latin typeface="Nunito"/>
                <a:ea typeface="Nunito"/>
                <a:cs typeface="Nunito"/>
                <a:sym typeface="Nunito"/>
              </a:rPr>
              <a:t>Challenges</a:t>
            </a:r>
            <a:endParaRPr sz="1600">
              <a:latin typeface="Nunito"/>
              <a:ea typeface="Nunito"/>
              <a:cs typeface="Nunito"/>
              <a:sym typeface="Nunito"/>
            </a:endParaRPr>
          </a:p>
          <a:p>
            <a:pPr indent="-330200" lvl="2" marL="1371600" marR="0" rtl="0" algn="l">
              <a:lnSpc>
                <a:spcPct val="115000"/>
              </a:lnSpc>
              <a:spcBef>
                <a:spcPts val="1000"/>
              </a:spcBef>
              <a:spcAft>
                <a:spcPts val="0"/>
              </a:spcAft>
              <a:buSzPts val="1600"/>
              <a:buFont typeface="Nunito"/>
              <a:buChar char="■"/>
            </a:pPr>
            <a:r>
              <a:rPr lang="en" sz="1600">
                <a:latin typeface="Nunito"/>
                <a:ea typeface="Nunito"/>
                <a:cs typeface="Nunito"/>
                <a:sym typeface="Nunito"/>
              </a:rPr>
              <a:t>Large volumes of news and </a:t>
            </a:r>
            <a:r>
              <a:rPr lang="en" sz="1600">
                <a:latin typeface="Nunito"/>
                <a:ea typeface="Nunito"/>
                <a:cs typeface="Nunito"/>
                <a:sym typeface="Nunito"/>
              </a:rPr>
              <a:t>opinions</a:t>
            </a:r>
            <a:r>
              <a:rPr lang="en" sz="1600">
                <a:latin typeface="Nunito"/>
                <a:ea typeface="Nunito"/>
                <a:cs typeface="Nunito"/>
                <a:sym typeface="Nunito"/>
              </a:rPr>
              <a:t> from diverse sources</a:t>
            </a:r>
            <a:endParaRPr sz="1600">
              <a:latin typeface="Nunito"/>
              <a:ea typeface="Nunito"/>
              <a:cs typeface="Nunito"/>
              <a:sym typeface="Nunito"/>
            </a:endParaRPr>
          </a:p>
          <a:p>
            <a:pPr indent="-330200" lvl="2" marL="1371600" marR="0" rtl="0" algn="l">
              <a:lnSpc>
                <a:spcPct val="115000"/>
              </a:lnSpc>
              <a:spcBef>
                <a:spcPts val="1000"/>
              </a:spcBef>
              <a:spcAft>
                <a:spcPts val="0"/>
              </a:spcAft>
              <a:buSzPts val="1600"/>
              <a:buFont typeface="Nunito"/>
              <a:buChar char="■"/>
            </a:pPr>
            <a:r>
              <a:rPr lang="en" sz="1600">
                <a:latin typeface="Nunito"/>
                <a:ea typeface="Nunito"/>
                <a:cs typeface="Nunito"/>
                <a:sym typeface="Nunito"/>
              </a:rPr>
              <a:t>Rapid impact of news on investor perception and stock prices</a:t>
            </a:r>
            <a:endParaRPr sz="1600">
              <a:latin typeface="Nunito"/>
              <a:ea typeface="Nunito"/>
              <a:cs typeface="Nunito"/>
              <a:sym typeface="Nunito"/>
            </a:endParaRPr>
          </a:p>
          <a:p>
            <a:pPr indent="-330200" lvl="2" marL="1371600" marR="0" rtl="0" algn="l">
              <a:lnSpc>
                <a:spcPct val="115000"/>
              </a:lnSpc>
              <a:spcBef>
                <a:spcPts val="1000"/>
              </a:spcBef>
              <a:spcAft>
                <a:spcPts val="0"/>
              </a:spcAft>
              <a:buSzPts val="1600"/>
              <a:buFont typeface="Nunito"/>
              <a:buChar char="■"/>
            </a:pPr>
            <a:r>
              <a:rPr lang="en" sz="1600">
                <a:latin typeface="Nunito"/>
                <a:ea typeface="Nunito"/>
                <a:cs typeface="Nunito"/>
                <a:sym typeface="Nunito"/>
              </a:rPr>
              <a:t>Difficult staying updated and accurately interpreting market sentiment</a:t>
            </a:r>
            <a:endParaRPr sz="1600">
              <a:latin typeface="Nunito"/>
              <a:ea typeface="Nunito"/>
              <a:cs typeface="Nunito"/>
              <a:sym typeface="Nunito"/>
            </a:endParaRPr>
          </a:p>
          <a:p>
            <a:pPr indent="-330200" lvl="1" marL="914400" marR="0" rtl="0" algn="l">
              <a:lnSpc>
                <a:spcPct val="115000"/>
              </a:lnSpc>
              <a:spcBef>
                <a:spcPts val="1000"/>
              </a:spcBef>
              <a:spcAft>
                <a:spcPts val="0"/>
              </a:spcAft>
              <a:buSzPts val="1600"/>
              <a:buFont typeface="Nunito"/>
              <a:buChar char="○"/>
            </a:pPr>
            <a:r>
              <a:rPr lang="en" sz="1600">
                <a:latin typeface="Nunito"/>
                <a:ea typeface="Nunito"/>
                <a:cs typeface="Nunito"/>
                <a:sym typeface="Nunito"/>
              </a:rPr>
              <a:t>Business need for </a:t>
            </a:r>
            <a:r>
              <a:rPr lang="en" sz="1600">
                <a:latin typeface="Nunito"/>
                <a:ea typeface="Nunito"/>
                <a:cs typeface="Nunito"/>
                <a:sym typeface="Nunito"/>
              </a:rPr>
              <a:t>sophisticated tools</a:t>
            </a:r>
            <a:endParaRPr sz="1600">
              <a:latin typeface="Nunito"/>
              <a:ea typeface="Nunito"/>
              <a:cs typeface="Nunito"/>
              <a:sym typeface="Nunito"/>
            </a:endParaRPr>
          </a:p>
          <a:p>
            <a:pPr indent="-330200" lvl="2" marL="1371600" marR="0" rtl="0" algn="l">
              <a:lnSpc>
                <a:spcPct val="115000"/>
              </a:lnSpc>
              <a:spcBef>
                <a:spcPts val="1000"/>
              </a:spcBef>
              <a:spcAft>
                <a:spcPts val="0"/>
              </a:spcAft>
              <a:buSzPts val="1600"/>
              <a:buFont typeface="Nunito"/>
              <a:buChar char="■"/>
            </a:pPr>
            <a:r>
              <a:rPr lang="en" sz="1600">
                <a:latin typeface="Nunito"/>
                <a:ea typeface="Nunito"/>
                <a:cs typeface="Nunito"/>
                <a:sym typeface="Nunito"/>
              </a:rPr>
              <a:t>Analyze market sentiment from various sources, integrate insights into investment strategies and enable informed decision-making in a competitive market</a:t>
            </a:r>
            <a:endParaRPr b="0" i="0" sz="1600" u="none" cap="none" strike="noStrike">
              <a:solidFill>
                <a:srgbClr val="000000"/>
              </a:solidFill>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22d7920935_0_5"/>
          <p:cNvSpPr txBox="1"/>
          <p:nvPr>
            <p:ph type="title"/>
          </p:nvPr>
        </p:nvSpPr>
        <p:spPr>
          <a:xfrm>
            <a:off x="202550" y="289279"/>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2200"/>
              <a:buFont typeface="Arial"/>
              <a:buNone/>
            </a:pPr>
            <a:r>
              <a:rPr lang="en" sz="2400">
                <a:solidFill>
                  <a:schemeClr val="lt2"/>
                </a:solidFill>
              </a:rPr>
              <a:t> Solution Approach</a:t>
            </a:r>
            <a:endParaRPr sz="2400">
              <a:solidFill>
                <a:schemeClr val="lt2"/>
              </a:solidFill>
            </a:endParaRPr>
          </a:p>
          <a:p>
            <a:pPr indent="0" lvl="0" marL="0" rtl="0" algn="l">
              <a:spcBef>
                <a:spcPts val="0"/>
              </a:spcBef>
              <a:spcAft>
                <a:spcPts val="0"/>
              </a:spcAft>
              <a:buNone/>
            </a:pPr>
            <a:r>
              <a:t/>
            </a:r>
            <a:endParaRPr/>
          </a:p>
        </p:txBody>
      </p:sp>
      <p:sp>
        <p:nvSpPr>
          <p:cNvPr id="191" name="Google Shape;191;g322d7920935_0_5"/>
          <p:cNvSpPr txBox="1"/>
          <p:nvPr>
            <p:ph idx="1" type="body"/>
          </p:nvPr>
        </p:nvSpPr>
        <p:spPr>
          <a:xfrm>
            <a:off x="202550" y="861975"/>
            <a:ext cx="8629800" cy="37068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Font typeface="Nunito Medium"/>
              <a:buChar char="●"/>
            </a:pPr>
            <a:r>
              <a:rPr lang="en" sz="1700">
                <a:latin typeface="Nunito Medium"/>
                <a:ea typeface="Nunito Medium"/>
                <a:cs typeface="Nunito Medium"/>
                <a:sym typeface="Nunito Medium"/>
              </a:rPr>
              <a:t>Objective</a:t>
            </a:r>
            <a:endParaRPr sz="1700">
              <a:latin typeface="Nunito Medium"/>
              <a:ea typeface="Nunito Medium"/>
              <a:cs typeface="Nunito Medium"/>
              <a:sym typeface="Nunito Medium"/>
            </a:endParaRPr>
          </a:p>
          <a:p>
            <a:pPr indent="-323850" lvl="1" marL="914400" rtl="0" algn="l">
              <a:spcBef>
                <a:spcPts val="0"/>
              </a:spcBef>
              <a:spcAft>
                <a:spcPts val="0"/>
              </a:spcAft>
              <a:buSzPts val="1500"/>
              <a:buFont typeface="Nunito Medium"/>
              <a:buChar char="○"/>
            </a:pPr>
            <a:r>
              <a:rPr lang="en" sz="1500">
                <a:latin typeface="Nunito Medium"/>
                <a:ea typeface="Nunito Medium"/>
                <a:cs typeface="Nunito Medium"/>
                <a:sym typeface="Nunito Medium"/>
              </a:rPr>
              <a:t>Develop an AI driven sentiment analysis system to gauge market sentiment, enhance stock price prediction accuracy, and optimize investment strategies.</a:t>
            </a:r>
            <a:endParaRPr sz="1500">
              <a:latin typeface="Nunito Medium"/>
              <a:ea typeface="Nunito Medium"/>
              <a:cs typeface="Nunito Medium"/>
              <a:sym typeface="Nunito Medium"/>
            </a:endParaRPr>
          </a:p>
          <a:p>
            <a:pPr indent="-336550" lvl="0" marL="457200" rtl="0" algn="l">
              <a:spcBef>
                <a:spcPts val="0"/>
              </a:spcBef>
              <a:spcAft>
                <a:spcPts val="0"/>
              </a:spcAft>
              <a:buSzPts val="1700"/>
              <a:buFont typeface="Nunito Medium"/>
              <a:buChar char="●"/>
            </a:pPr>
            <a:r>
              <a:rPr lang="en" sz="1700">
                <a:latin typeface="Nunito Medium"/>
                <a:ea typeface="Nunito Medium"/>
                <a:cs typeface="Nunito Medium"/>
                <a:sym typeface="Nunito Medium"/>
              </a:rPr>
              <a:t>Key Components</a:t>
            </a:r>
            <a:endParaRPr sz="1700">
              <a:latin typeface="Nunito Medium"/>
              <a:ea typeface="Nunito Medium"/>
              <a:cs typeface="Nunito Medium"/>
              <a:sym typeface="Nunito Medium"/>
            </a:endParaRPr>
          </a:p>
          <a:p>
            <a:pPr indent="-323850" lvl="1" marL="914400" rtl="0" algn="l">
              <a:spcBef>
                <a:spcPts val="0"/>
              </a:spcBef>
              <a:spcAft>
                <a:spcPts val="0"/>
              </a:spcAft>
              <a:buSzPts val="1500"/>
              <a:buFont typeface="Nunito Medium"/>
              <a:buChar char="○"/>
            </a:pPr>
            <a:r>
              <a:rPr lang="en" sz="1500">
                <a:latin typeface="Nunito Medium"/>
                <a:ea typeface="Nunito Medium"/>
                <a:cs typeface="Nunito Medium"/>
                <a:sym typeface="Nunito Medium"/>
              </a:rPr>
              <a:t>Data Collection</a:t>
            </a:r>
            <a:endParaRPr sz="1500">
              <a:latin typeface="Nunito Medium"/>
              <a:ea typeface="Nunito Medium"/>
              <a:cs typeface="Nunito Medium"/>
              <a:sym typeface="Nunito Medium"/>
            </a:endParaRPr>
          </a:p>
          <a:p>
            <a:pPr indent="-317500" lvl="2" marL="1371600" rtl="0" algn="l">
              <a:spcBef>
                <a:spcPts val="0"/>
              </a:spcBef>
              <a:spcAft>
                <a:spcPts val="0"/>
              </a:spcAft>
              <a:buSzPts val="1400"/>
              <a:buFont typeface="Nunito Medium"/>
              <a:buChar char="■"/>
            </a:pPr>
            <a:r>
              <a:rPr lang="en" sz="1400">
                <a:latin typeface="Nunito Medium"/>
                <a:ea typeface="Nunito Medium"/>
                <a:cs typeface="Nunito Medium"/>
                <a:sym typeface="Nunito Medium"/>
              </a:rPr>
              <a:t>Historical daily news, stock price, and trade volumes for a NASDAQ listed company</a:t>
            </a:r>
            <a:endParaRPr sz="1400">
              <a:latin typeface="Nunito Medium"/>
              <a:ea typeface="Nunito Medium"/>
              <a:cs typeface="Nunito Medium"/>
              <a:sym typeface="Nunito Medium"/>
            </a:endParaRPr>
          </a:p>
          <a:p>
            <a:pPr indent="-323850" lvl="1" marL="914400" rtl="0" algn="l">
              <a:spcBef>
                <a:spcPts val="0"/>
              </a:spcBef>
              <a:spcAft>
                <a:spcPts val="0"/>
              </a:spcAft>
              <a:buSzPts val="1500"/>
              <a:buFont typeface="Nunito Medium"/>
              <a:buChar char="○"/>
            </a:pPr>
            <a:r>
              <a:rPr lang="en" sz="1500">
                <a:latin typeface="Nunito Medium"/>
                <a:ea typeface="Nunito Medium"/>
                <a:cs typeface="Nunito Medium"/>
                <a:sym typeface="Nunito Medium"/>
              </a:rPr>
              <a:t>Sentiment Analysis</a:t>
            </a:r>
            <a:endParaRPr sz="1500">
              <a:latin typeface="Nunito Medium"/>
              <a:ea typeface="Nunito Medium"/>
              <a:cs typeface="Nunito Medium"/>
              <a:sym typeface="Nunito Medium"/>
            </a:endParaRPr>
          </a:p>
          <a:p>
            <a:pPr indent="-317500" lvl="2" marL="1371600" rtl="0" algn="l">
              <a:spcBef>
                <a:spcPts val="0"/>
              </a:spcBef>
              <a:spcAft>
                <a:spcPts val="0"/>
              </a:spcAft>
              <a:buSzPts val="1400"/>
              <a:buFont typeface="Nunito Medium"/>
              <a:buChar char="■"/>
            </a:pPr>
            <a:r>
              <a:rPr lang="en" sz="1400">
                <a:latin typeface="Nunito Medium"/>
                <a:ea typeface="Nunito Medium"/>
                <a:cs typeface="Nunito Medium"/>
                <a:sym typeface="Nunito Medium"/>
              </a:rPr>
              <a:t>AI-driven system to automatically process and analyze news articles</a:t>
            </a:r>
            <a:endParaRPr sz="1400">
              <a:latin typeface="Nunito Medium"/>
              <a:ea typeface="Nunito Medium"/>
              <a:cs typeface="Nunito Medium"/>
              <a:sym typeface="Nunito Medium"/>
            </a:endParaRPr>
          </a:p>
          <a:p>
            <a:pPr indent="-323850" lvl="1" marL="914400" rtl="0" algn="l">
              <a:spcBef>
                <a:spcPts val="0"/>
              </a:spcBef>
              <a:spcAft>
                <a:spcPts val="0"/>
              </a:spcAft>
              <a:buSzPts val="1500"/>
              <a:buFont typeface="Nunito Medium"/>
              <a:buChar char="○"/>
            </a:pPr>
            <a:r>
              <a:rPr lang="en" sz="1500">
                <a:latin typeface="Nunito Medium"/>
                <a:ea typeface="Nunito Medium"/>
                <a:cs typeface="Nunito Medium"/>
                <a:sym typeface="Nunito Medium"/>
              </a:rPr>
              <a:t>Weekly News Summarization</a:t>
            </a:r>
            <a:endParaRPr sz="1500">
              <a:latin typeface="Nunito Medium"/>
              <a:ea typeface="Nunito Medium"/>
              <a:cs typeface="Nunito Medium"/>
              <a:sym typeface="Nunito Medium"/>
            </a:endParaRPr>
          </a:p>
          <a:p>
            <a:pPr indent="-317500" lvl="2" marL="1371600" rtl="0" algn="l">
              <a:spcBef>
                <a:spcPts val="0"/>
              </a:spcBef>
              <a:spcAft>
                <a:spcPts val="0"/>
              </a:spcAft>
              <a:buSzPts val="1400"/>
              <a:buFont typeface="Nunito Medium"/>
              <a:buChar char="■"/>
            </a:pPr>
            <a:r>
              <a:rPr lang="en" sz="1400">
                <a:latin typeface="Nunito Medium"/>
                <a:ea typeface="Nunito Medium"/>
                <a:cs typeface="Nunito Medium"/>
                <a:sym typeface="Nunito Medium"/>
              </a:rPr>
              <a:t>Enhance accuracy of stock price predictions and optimize investment strategies</a:t>
            </a:r>
            <a:endParaRPr sz="1400">
              <a:latin typeface="Nunito Medium"/>
              <a:ea typeface="Nunito Medium"/>
              <a:cs typeface="Nunito Medium"/>
              <a:sym typeface="Nunito Medium"/>
            </a:endParaRPr>
          </a:p>
          <a:p>
            <a:pPr indent="-336550" lvl="0" marL="457200" rtl="0" algn="l">
              <a:spcBef>
                <a:spcPts val="0"/>
              </a:spcBef>
              <a:spcAft>
                <a:spcPts val="0"/>
              </a:spcAft>
              <a:buSzPts val="1700"/>
              <a:buFont typeface="Nunito Medium"/>
              <a:buChar char="●"/>
            </a:pPr>
            <a:r>
              <a:rPr lang="en" sz="1700">
                <a:latin typeface="Nunito Medium"/>
                <a:ea typeface="Nunito Medium"/>
                <a:cs typeface="Nunito Medium"/>
                <a:sym typeface="Nunito Medium"/>
              </a:rPr>
              <a:t>Benefits</a:t>
            </a:r>
            <a:endParaRPr sz="1700">
              <a:latin typeface="Nunito Medium"/>
              <a:ea typeface="Nunito Medium"/>
              <a:cs typeface="Nunito Medium"/>
              <a:sym typeface="Nunito Medium"/>
            </a:endParaRPr>
          </a:p>
          <a:p>
            <a:pPr indent="-323850" lvl="1" marL="914400" rtl="0" algn="l">
              <a:spcBef>
                <a:spcPts val="0"/>
              </a:spcBef>
              <a:spcAft>
                <a:spcPts val="0"/>
              </a:spcAft>
              <a:buSzPts val="1500"/>
              <a:buFont typeface="Nunito Medium"/>
              <a:buChar char="○"/>
            </a:pPr>
            <a:r>
              <a:rPr lang="en" sz="1500">
                <a:latin typeface="Nunito Medium"/>
                <a:ea typeface="Nunito Medium"/>
                <a:cs typeface="Nunito Medium"/>
                <a:sym typeface="Nunito Medium"/>
              </a:rPr>
              <a:t>Data driven actionable insights to empower financial analysts</a:t>
            </a:r>
            <a:endParaRPr sz="1500">
              <a:latin typeface="Nunito Medium"/>
              <a:ea typeface="Nunito Medium"/>
              <a:cs typeface="Nunito Medium"/>
              <a:sym typeface="Nunito Medium"/>
            </a:endParaRPr>
          </a:p>
          <a:p>
            <a:pPr indent="-323850" lvl="1" marL="914400" rtl="0" algn="l">
              <a:spcBef>
                <a:spcPts val="0"/>
              </a:spcBef>
              <a:spcAft>
                <a:spcPts val="0"/>
              </a:spcAft>
              <a:buSzPts val="1500"/>
              <a:buFont typeface="Nunito Medium"/>
              <a:buChar char="○"/>
            </a:pPr>
            <a:r>
              <a:rPr lang="en" sz="1500">
                <a:latin typeface="Nunito Medium"/>
                <a:ea typeface="Nunito Medium"/>
                <a:cs typeface="Nunito Medium"/>
                <a:sym typeface="Nunito Medium"/>
              </a:rPr>
              <a:t>Informed Investment decisions to improve client outcomes and optimize investment strategies</a:t>
            </a:r>
            <a:endParaRPr sz="1500">
              <a:latin typeface="Nunito Medium"/>
              <a:ea typeface="Nunito Medium"/>
              <a:cs typeface="Nunito Medium"/>
              <a:sym typeface="Nunito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5"/>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EDA Results</a:t>
            </a:r>
            <a:endParaRPr sz="2400">
              <a:solidFill>
                <a:srgbClr val="0E39A9"/>
              </a:solidFill>
            </a:endParaRPr>
          </a:p>
        </p:txBody>
      </p:sp>
      <p:sp>
        <p:nvSpPr>
          <p:cNvPr id="197" name="Google Shape;197;p5"/>
          <p:cNvSpPr txBox="1"/>
          <p:nvPr/>
        </p:nvSpPr>
        <p:spPr>
          <a:xfrm>
            <a:off x="325250" y="808475"/>
            <a:ext cx="8397900" cy="8424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1000"/>
              </a:spcBef>
              <a:spcAft>
                <a:spcPts val="0"/>
              </a:spcAft>
              <a:buSzPts val="1600"/>
              <a:buFont typeface="Nunito"/>
              <a:buChar char="●"/>
            </a:pPr>
            <a:r>
              <a:rPr lang="en" sz="1600">
                <a:latin typeface="Nunito"/>
                <a:ea typeface="Nunito"/>
                <a:cs typeface="Nunito"/>
                <a:sym typeface="Nunito"/>
              </a:rPr>
              <a:t>The sentiment data has 49% Neutral (0), 23% Positive (1), 28% Negative (-1)</a:t>
            </a:r>
            <a:endParaRPr sz="1600">
              <a:latin typeface="Nunito"/>
              <a:ea typeface="Nunito"/>
              <a:cs typeface="Nunito"/>
              <a:sym typeface="Nunito"/>
            </a:endParaRPr>
          </a:p>
          <a:p>
            <a:pPr indent="-330200" lvl="0" marL="457200" marR="0" rtl="0" algn="l">
              <a:lnSpc>
                <a:spcPct val="115000"/>
              </a:lnSpc>
              <a:spcBef>
                <a:spcPts val="1000"/>
              </a:spcBef>
              <a:spcAft>
                <a:spcPts val="0"/>
              </a:spcAft>
              <a:buSzPts val="1600"/>
              <a:buFont typeface="Nunito"/>
              <a:buChar char="●"/>
            </a:pPr>
            <a:r>
              <a:rPr lang="en" sz="1600">
                <a:latin typeface="Nunito"/>
                <a:ea typeface="Nunito"/>
                <a:cs typeface="Nunito"/>
                <a:sym typeface="Nunito"/>
              </a:rPr>
              <a:t>Open, High, Low and Close values have similar distribution with a slight right skew</a:t>
            </a:r>
            <a:endParaRPr sz="1600">
              <a:latin typeface="Nunito"/>
              <a:ea typeface="Nunito"/>
              <a:cs typeface="Nunito"/>
              <a:sym typeface="Nunito"/>
            </a:endParaRPr>
          </a:p>
        </p:txBody>
      </p:sp>
      <p:pic>
        <p:nvPicPr>
          <p:cNvPr id="198" name="Google Shape;198;p5"/>
          <p:cNvPicPr preferRelativeResize="0"/>
          <p:nvPr/>
        </p:nvPicPr>
        <p:blipFill>
          <a:blip r:embed="rId3">
            <a:alphaModFix/>
          </a:blip>
          <a:stretch>
            <a:fillRect/>
          </a:stretch>
        </p:blipFill>
        <p:spPr>
          <a:xfrm>
            <a:off x="152400" y="1925450"/>
            <a:ext cx="3988175" cy="3065650"/>
          </a:xfrm>
          <a:prstGeom prst="rect">
            <a:avLst/>
          </a:prstGeom>
          <a:noFill/>
          <a:ln>
            <a:noFill/>
          </a:ln>
        </p:spPr>
      </p:pic>
      <p:pic>
        <p:nvPicPr>
          <p:cNvPr id="199" name="Google Shape;199;p5"/>
          <p:cNvPicPr preferRelativeResize="0"/>
          <p:nvPr/>
        </p:nvPicPr>
        <p:blipFill>
          <a:blip r:embed="rId4">
            <a:alphaModFix/>
          </a:blip>
          <a:stretch>
            <a:fillRect/>
          </a:stretch>
        </p:blipFill>
        <p:spPr>
          <a:xfrm>
            <a:off x="4693389" y="1773050"/>
            <a:ext cx="3667488" cy="3065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22d7920935_0_13"/>
          <p:cNvSpPr txBox="1"/>
          <p:nvPr>
            <p:ph type="title"/>
          </p:nvPr>
        </p:nvSpPr>
        <p:spPr>
          <a:xfrm>
            <a:off x="202550" y="289279"/>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2200"/>
              <a:buFont typeface="Arial"/>
              <a:buNone/>
            </a:pPr>
            <a:r>
              <a:rPr lang="en" sz="2400">
                <a:solidFill>
                  <a:schemeClr val="lt2"/>
                </a:solidFill>
              </a:rPr>
              <a:t>EDA Results</a:t>
            </a:r>
            <a:endParaRPr sz="2400">
              <a:solidFill>
                <a:schemeClr val="lt2"/>
              </a:solidFill>
            </a:endParaRPr>
          </a:p>
          <a:p>
            <a:pPr indent="0" lvl="0" marL="0" rtl="0" algn="l">
              <a:spcBef>
                <a:spcPts val="0"/>
              </a:spcBef>
              <a:spcAft>
                <a:spcPts val="0"/>
              </a:spcAft>
              <a:buNone/>
            </a:pPr>
            <a:r>
              <a:t/>
            </a:r>
            <a:endParaRPr/>
          </a:p>
        </p:txBody>
      </p:sp>
      <p:sp>
        <p:nvSpPr>
          <p:cNvPr id="205" name="Google Shape;205;g322d7920935_0_13"/>
          <p:cNvSpPr txBox="1"/>
          <p:nvPr>
            <p:ph idx="1" type="body"/>
          </p:nvPr>
        </p:nvSpPr>
        <p:spPr>
          <a:xfrm>
            <a:off x="202550" y="861975"/>
            <a:ext cx="8629800" cy="8616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Volume of the news articles is right skewed</a:t>
            </a:r>
            <a:endParaRPr sz="1600"/>
          </a:p>
          <a:p>
            <a:pPr indent="-330200" lvl="0" marL="457200" rtl="0" algn="l">
              <a:spcBef>
                <a:spcPts val="0"/>
              </a:spcBef>
              <a:spcAft>
                <a:spcPts val="0"/>
              </a:spcAft>
              <a:buSzPts val="1600"/>
              <a:buChar char="●"/>
            </a:pPr>
            <a:r>
              <a:rPr lang="en" sz="1600"/>
              <a:t>Length of news articles is left skewed with majority of the data between 40 to 60 range</a:t>
            </a:r>
            <a:endParaRPr sz="1600"/>
          </a:p>
        </p:txBody>
      </p:sp>
      <p:pic>
        <p:nvPicPr>
          <p:cNvPr id="206" name="Google Shape;206;g322d7920935_0_13"/>
          <p:cNvPicPr preferRelativeResize="0"/>
          <p:nvPr/>
        </p:nvPicPr>
        <p:blipFill>
          <a:blip r:embed="rId3">
            <a:alphaModFix/>
          </a:blip>
          <a:stretch>
            <a:fillRect/>
          </a:stretch>
        </p:blipFill>
        <p:spPr>
          <a:xfrm>
            <a:off x="4375975" y="2061974"/>
            <a:ext cx="3999567" cy="3081525"/>
          </a:xfrm>
          <a:prstGeom prst="rect">
            <a:avLst/>
          </a:prstGeom>
          <a:noFill/>
          <a:ln>
            <a:noFill/>
          </a:ln>
        </p:spPr>
      </p:pic>
      <p:pic>
        <p:nvPicPr>
          <p:cNvPr id="207" name="Google Shape;207;g322d7920935_0_13"/>
          <p:cNvPicPr preferRelativeResize="0"/>
          <p:nvPr/>
        </p:nvPicPr>
        <p:blipFill>
          <a:blip r:embed="rId4">
            <a:alphaModFix/>
          </a:blip>
          <a:stretch>
            <a:fillRect/>
          </a:stretch>
        </p:blipFill>
        <p:spPr>
          <a:xfrm>
            <a:off x="376400" y="2081772"/>
            <a:ext cx="3999575" cy="304194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322d7920935_0_20"/>
          <p:cNvSpPr txBox="1"/>
          <p:nvPr>
            <p:ph type="title"/>
          </p:nvPr>
        </p:nvSpPr>
        <p:spPr>
          <a:xfrm>
            <a:off x="202550" y="289279"/>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2"/>
                </a:solidFill>
              </a:rPr>
              <a:t>EDA Results</a:t>
            </a:r>
            <a:endParaRPr/>
          </a:p>
        </p:txBody>
      </p:sp>
      <p:sp>
        <p:nvSpPr>
          <p:cNvPr id="213" name="Google Shape;213;g322d7920935_0_20"/>
          <p:cNvSpPr txBox="1"/>
          <p:nvPr>
            <p:ph idx="1" type="body"/>
          </p:nvPr>
        </p:nvSpPr>
        <p:spPr>
          <a:xfrm>
            <a:off x="202550" y="861975"/>
            <a:ext cx="8629800" cy="2598600"/>
          </a:xfrm>
          <a:prstGeom prst="rect">
            <a:avLst/>
          </a:prstGeom>
        </p:spPr>
        <p:txBody>
          <a:bodyPr anchorCtr="0" anchor="t" bIns="91425" lIns="91425" spcFirstLastPara="1" rIns="91425" wrap="square" tIns="91425">
            <a:noAutofit/>
          </a:bodyPr>
          <a:lstStyle/>
          <a:p>
            <a:pPr indent="0" lvl="0" marL="0" rtl="0" algn="l">
              <a:spcBef>
                <a:spcPts val="1500"/>
              </a:spcBef>
              <a:spcAft>
                <a:spcPts val="0"/>
              </a:spcAft>
              <a:buNone/>
            </a:pPr>
            <a:r>
              <a:rPr lang="en" sz="1600">
                <a:solidFill>
                  <a:srgbClr val="000000"/>
                </a:solidFill>
              </a:rPr>
              <a:t>Following are the features of the stock news dataset -</a:t>
            </a:r>
            <a:endParaRPr sz="1600">
              <a:solidFill>
                <a:srgbClr val="000000"/>
              </a:solidFill>
            </a:endParaRPr>
          </a:p>
          <a:p>
            <a:pPr indent="-330200" lvl="1" marL="914400" rtl="0" algn="l">
              <a:spcBef>
                <a:spcPts val="1500"/>
              </a:spcBef>
              <a:spcAft>
                <a:spcPts val="0"/>
              </a:spcAft>
              <a:buClr>
                <a:srgbClr val="000000"/>
              </a:buClr>
              <a:buSzPts val="1600"/>
              <a:buChar char="○"/>
            </a:pPr>
            <a:r>
              <a:rPr lang="en" sz="1600">
                <a:solidFill>
                  <a:srgbClr val="000000"/>
                </a:solidFill>
              </a:rPr>
              <a:t>The dataset has a total of 349 news articles</a:t>
            </a:r>
            <a:endParaRPr sz="1600">
              <a:solidFill>
                <a:srgbClr val="000000"/>
              </a:solidFill>
            </a:endParaRPr>
          </a:p>
          <a:p>
            <a:pPr indent="-330200" lvl="1" marL="914400" rtl="0" algn="l">
              <a:spcBef>
                <a:spcPts val="0"/>
              </a:spcBef>
              <a:spcAft>
                <a:spcPts val="0"/>
              </a:spcAft>
              <a:buClr>
                <a:srgbClr val="000000"/>
              </a:buClr>
              <a:buSzPts val="1600"/>
              <a:buChar char="○"/>
            </a:pPr>
            <a:r>
              <a:rPr lang="en" sz="1600">
                <a:solidFill>
                  <a:srgbClr val="000000"/>
                </a:solidFill>
              </a:rPr>
              <a:t>Average length of the news articles is around 49 words</a:t>
            </a:r>
            <a:endParaRPr sz="1600">
              <a:solidFill>
                <a:srgbClr val="000000"/>
              </a:solidFill>
            </a:endParaRPr>
          </a:p>
          <a:p>
            <a:pPr indent="-330200" lvl="1" marL="914400" rtl="0" algn="l">
              <a:spcBef>
                <a:spcPts val="0"/>
              </a:spcBef>
              <a:spcAft>
                <a:spcPts val="0"/>
              </a:spcAft>
              <a:buClr>
                <a:srgbClr val="000000"/>
              </a:buClr>
              <a:buSzPts val="1600"/>
              <a:buChar char="○"/>
            </a:pPr>
            <a:r>
              <a:rPr lang="en" sz="1600">
                <a:solidFill>
                  <a:srgbClr val="000000"/>
                </a:solidFill>
              </a:rPr>
              <a:t>Standard deviation of the length is around 6 words and the median is around 50 words</a:t>
            </a:r>
            <a:endParaRPr sz="1600">
              <a:solidFill>
                <a:srgbClr val="000000"/>
              </a:solidFill>
            </a:endParaRPr>
          </a:p>
          <a:p>
            <a:pPr indent="-330200" lvl="1" marL="914400" rtl="0" algn="l">
              <a:spcBef>
                <a:spcPts val="0"/>
              </a:spcBef>
              <a:spcAft>
                <a:spcPts val="0"/>
              </a:spcAft>
              <a:buClr>
                <a:srgbClr val="000000"/>
              </a:buClr>
              <a:buSzPts val="1600"/>
              <a:buChar char="○"/>
            </a:pPr>
            <a:r>
              <a:rPr lang="en" sz="1600">
                <a:solidFill>
                  <a:srgbClr val="000000"/>
                </a:solidFill>
              </a:rPr>
              <a:t>Minimum length of the article is 19 words, while maximum has 61 words</a:t>
            </a:r>
            <a:endParaRPr sz="1600">
              <a:solidFill>
                <a:srgbClr val="000000"/>
              </a:solidFill>
            </a:endParaRPr>
          </a:p>
          <a:p>
            <a:pPr indent="-330200" lvl="1" marL="914400" rtl="0" algn="l">
              <a:spcBef>
                <a:spcPts val="0"/>
              </a:spcBef>
              <a:spcAft>
                <a:spcPts val="0"/>
              </a:spcAft>
              <a:buClr>
                <a:srgbClr val="000000"/>
              </a:buClr>
              <a:buSzPts val="1600"/>
              <a:buChar char="○"/>
            </a:pPr>
            <a:r>
              <a:rPr lang="en" sz="1600">
                <a:solidFill>
                  <a:srgbClr val="000000"/>
                </a:solidFill>
              </a:rPr>
              <a:t>The 25th and 75th percentiles are 46 and 53 words respectively</a:t>
            </a:r>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22d7920935_0_31"/>
          <p:cNvSpPr txBox="1"/>
          <p:nvPr>
            <p:ph type="title"/>
          </p:nvPr>
        </p:nvSpPr>
        <p:spPr>
          <a:xfrm>
            <a:off x="202550" y="289279"/>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2"/>
                </a:solidFill>
              </a:rPr>
              <a:t>EDA Results</a:t>
            </a:r>
            <a:endParaRPr/>
          </a:p>
          <a:p>
            <a:pPr indent="0" lvl="0" marL="0" rtl="0" algn="l">
              <a:spcBef>
                <a:spcPts val="0"/>
              </a:spcBef>
              <a:spcAft>
                <a:spcPts val="0"/>
              </a:spcAft>
              <a:buNone/>
            </a:pPr>
            <a:r>
              <a:t/>
            </a:r>
            <a:endParaRPr/>
          </a:p>
        </p:txBody>
      </p:sp>
      <p:sp>
        <p:nvSpPr>
          <p:cNvPr id="219" name="Google Shape;219;g322d7920935_0_31"/>
          <p:cNvSpPr txBox="1"/>
          <p:nvPr>
            <p:ph idx="1" type="body"/>
          </p:nvPr>
        </p:nvSpPr>
        <p:spPr>
          <a:xfrm>
            <a:off x="202550" y="861975"/>
            <a:ext cx="8629800" cy="5727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Open, High, Low, and Close are very highly correlated with each other</a:t>
            </a:r>
            <a:endParaRPr sz="1600"/>
          </a:p>
          <a:p>
            <a:pPr indent="-330200" lvl="0" marL="457200" rtl="0" algn="l">
              <a:spcBef>
                <a:spcPts val="0"/>
              </a:spcBef>
              <a:spcAft>
                <a:spcPts val="0"/>
              </a:spcAft>
              <a:buSzPts val="1600"/>
              <a:buChar char="●"/>
            </a:pPr>
            <a:r>
              <a:rPr lang="en" sz="1600"/>
              <a:t>News </a:t>
            </a:r>
            <a:r>
              <a:rPr lang="en" sz="1600"/>
              <a:t>length</a:t>
            </a:r>
            <a:r>
              <a:rPr lang="en" sz="1600"/>
              <a:t> and Volume are negatively correlated with Open, Close, Low and High</a:t>
            </a:r>
            <a:endParaRPr sz="1600"/>
          </a:p>
        </p:txBody>
      </p:sp>
      <p:pic>
        <p:nvPicPr>
          <p:cNvPr id="220" name="Google Shape;220;g322d7920935_0_31"/>
          <p:cNvPicPr preferRelativeResize="0"/>
          <p:nvPr/>
        </p:nvPicPr>
        <p:blipFill>
          <a:blip r:embed="rId3">
            <a:alphaModFix/>
          </a:blip>
          <a:stretch>
            <a:fillRect/>
          </a:stretch>
        </p:blipFill>
        <p:spPr>
          <a:xfrm>
            <a:off x="2297150" y="1680500"/>
            <a:ext cx="4440599" cy="3463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322d7920935_0_37"/>
          <p:cNvSpPr txBox="1"/>
          <p:nvPr>
            <p:ph type="title"/>
          </p:nvPr>
        </p:nvSpPr>
        <p:spPr>
          <a:xfrm>
            <a:off x="202550" y="289279"/>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EDA Results</a:t>
            </a:r>
            <a:endParaRPr/>
          </a:p>
        </p:txBody>
      </p:sp>
      <p:sp>
        <p:nvSpPr>
          <p:cNvPr id="226" name="Google Shape;226;g322d7920935_0_37"/>
          <p:cNvSpPr txBox="1"/>
          <p:nvPr>
            <p:ph idx="1" type="body"/>
          </p:nvPr>
        </p:nvSpPr>
        <p:spPr>
          <a:xfrm>
            <a:off x="202550" y="785775"/>
            <a:ext cx="8629800" cy="572700"/>
          </a:xfrm>
          <a:prstGeom prst="rect">
            <a:avLst/>
          </a:prstGeom>
        </p:spPr>
        <p:txBody>
          <a:bodyPr anchorCtr="0" anchor="t" bIns="91425" lIns="91425" spcFirstLastPara="1" rIns="91425" wrap="square" tIns="91425">
            <a:noAutofit/>
          </a:bodyPr>
          <a:lstStyle/>
          <a:p>
            <a:pPr indent="-323850" lvl="0" marL="457200" rtl="0" algn="l">
              <a:spcBef>
                <a:spcPts val="1000"/>
              </a:spcBef>
              <a:spcAft>
                <a:spcPts val="0"/>
              </a:spcAft>
              <a:buSzPts val="1500"/>
              <a:buChar char="●"/>
            </a:pPr>
            <a:r>
              <a:rPr lang="en" sz="1600">
                <a:solidFill>
                  <a:srgbClr val="000000"/>
                </a:solidFill>
              </a:rPr>
              <a:t>Open, High, Low and Close values have similar distributions with respect to the sentiments  </a:t>
            </a:r>
            <a:endParaRPr/>
          </a:p>
        </p:txBody>
      </p:sp>
      <p:pic>
        <p:nvPicPr>
          <p:cNvPr id="227" name="Google Shape;227;g322d7920935_0_37"/>
          <p:cNvPicPr preferRelativeResize="0"/>
          <p:nvPr/>
        </p:nvPicPr>
        <p:blipFill>
          <a:blip r:embed="rId3">
            <a:alphaModFix/>
          </a:blip>
          <a:stretch>
            <a:fillRect/>
          </a:stretch>
        </p:blipFill>
        <p:spPr>
          <a:xfrm>
            <a:off x="2087025" y="1396325"/>
            <a:ext cx="4592200" cy="3639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328aa1a437d_0_0"/>
          <p:cNvSpPr txBox="1"/>
          <p:nvPr>
            <p:ph type="title"/>
          </p:nvPr>
        </p:nvSpPr>
        <p:spPr>
          <a:xfrm>
            <a:off x="202550" y="289279"/>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EDA Results</a:t>
            </a:r>
            <a:endParaRPr/>
          </a:p>
          <a:p>
            <a:pPr indent="0" lvl="0" marL="0" rtl="0" algn="l">
              <a:spcBef>
                <a:spcPts val="0"/>
              </a:spcBef>
              <a:spcAft>
                <a:spcPts val="0"/>
              </a:spcAft>
              <a:buNone/>
            </a:pPr>
            <a:r>
              <a:t/>
            </a:r>
            <a:endParaRPr/>
          </a:p>
        </p:txBody>
      </p:sp>
      <p:sp>
        <p:nvSpPr>
          <p:cNvPr id="233" name="Google Shape;233;g328aa1a437d_0_0"/>
          <p:cNvSpPr txBox="1"/>
          <p:nvPr>
            <p:ph idx="1" type="body"/>
          </p:nvPr>
        </p:nvSpPr>
        <p:spPr>
          <a:xfrm>
            <a:off x="202550" y="861975"/>
            <a:ext cx="8629800" cy="8079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All the data is from the year 2019 and the </a:t>
            </a:r>
            <a:r>
              <a:rPr lang="en" sz="1600"/>
              <a:t>distribution</a:t>
            </a:r>
            <a:r>
              <a:rPr lang="en" sz="1600"/>
              <a:t> every month is similar</a:t>
            </a:r>
            <a:endParaRPr sz="1600"/>
          </a:p>
          <a:p>
            <a:pPr indent="-330200" lvl="0" marL="457200" rtl="0" algn="l">
              <a:spcBef>
                <a:spcPts val="1000"/>
              </a:spcBef>
              <a:spcAft>
                <a:spcPts val="0"/>
              </a:spcAft>
              <a:buSzPts val="1600"/>
              <a:buChar char="●"/>
            </a:pPr>
            <a:r>
              <a:rPr lang="en" sz="1600">
                <a:solidFill>
                  <a:srgbClr val="000000"/>
                </a:solidFill>
              </a:rPr>
              <a:t>Open, High, Low and Close values have similar distributions with respect to dates</a:t>
            </a:r>
            <a:endParaRPr sz="1600">
              <a:solidFill>
                <a:srgbClr val="000000"/>
              </a:solidFill>
            </a:endParaRPr>
          </a:p>
          <a:p>
            <a:pPr indent="-330200" lvl="0" marL="457200" rtl="0" algn="l">
              <a:spcBef>
                <a:spcPts val="1000"/>
              </a:spcBef>
              <a:spcAft>
                <a:spcPts val="0"/>
              </a:spcAft>
              <a:buSzPts val="1600"/>
              <a:buChar char="●"/>
            </a:pPr>
            <a:r>
              <a:rPr lang="en" sz="1600">
                <a:solidFill>
                  <a:srgbClr val="000000"/>
                </a:solidFill>
              </a:rPr>
              <a:t>Majority of the data is in the first four months of the year 2019</a:t>
            </a:r>
            <a:endParaRPr sz="1600"/>
          </a:p>
        </p:txBody>
      </p:sp>
      <p:pic>
        <p:nvPicPr>
          <p:cNvPr id="234" name="Google Shape;234;g328aa1a437d_0_0"/>
          <p:cNvPicPr preferRelativeResize="0"/>
          <p:nvPr/>
        </p:nvPicPr>
        <p:blipFill>
          <a:blip r:embed="rId3">
            <a:alphaModFix/>
          </a:blip>
          <a:stretch>
            <a:fillRect/>
          </a:stretch>
        </p:blipFill>
        <p:spPr>
          <a:xfrm>
            <a:off x="740600" y="2081800"/>
            <a:ext cx="7662799" cy="28394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28aa1a437d_0_7"/>
          <p:cNvSpPr txBox="1"/>
          <p:nvPr>
            <p:ph type="title"/>
          </p:nvPr>
        </p:nvSpPr>
        <p:spPr>
          <a:xfrm>
            <a:off x="202550" y="289279"/>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EDA Results</a:t>
            </a:r>
            <a:endParaRPr/>
          </a:p>
        </p:txBody>
      </p:sp>
      <p:sp>
        <p:nvSpPr>
          <p:cNvPr id="240" name="Google Shape;240;g328aa1a437d_0_7"/>
          <p:cNvSpPr txBox="1"/>
          <p:nvPr>
            <p:ph idx="1" type="body"/>
          </p:nvPr>
        </p:nvSpPr>
        <p:spPr>
          <a:xfrm>
            <a:off x="202550" y="861975"/>
            <a:ext cx="8629800" cy="11136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The distribution of Volume is different from that of the Close values</a:t>
            </a:r>
            <a:endParaRPr sz="1600"/>
          </a:p>
          <a:p>
            <a:pPr indent="-330200" lvl="0" marL="457200" rtl="0" algn="l">
              <a:spcBef>
                <a:spcPts val="0"/>
              </a:spcBef>
              <a:spcAft>
                <a:spcPts val="0"/>
              </a:spcAft>
              <a:buSzPts val="1600"/>
              <a:buChar char="●"/>
            </a:pPr>
            <a:r>
              <a:rPr lang="en" sz="1600"/>
              <a:t>The distribution of Volume every month varies, as compared to Close, which has similar pattern every month</a:t>
            </a:r>
            <a:endParaRPr sz="1600"/>
          </a:p>
        </p:txBody>
      </p:sp>
      <p:pic>
        <p:nvPicPr>
          <p:cNvPr id="241" name="Google Shape;241;g328aa1a437d_0_7"/>
          <p:cNvPicPr preferRelativeResize="0"/>
          <p:nvPr/>
        </p:nvPicPr>
        <p:blipFill>
          <a:blip r:embed="rId3">
            <a:alphaModFix/>
          </a:blip>
          <a:stretch>
            <a:fillRect/>
          </a:stretch>
        </p:blipFill>
        <p:spPr>
          <a:xfrm>
            <a:off x="361800" y="1774175"/>
            <a:ext cx="8187174" cy="29407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6"/>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Data Preprocessing	</a:t>
            </a:r>
            <a:endParaRPr sz="2400">
              <a:solidFill>
                <a:srgbClr val="0E39A9"/>
              </a:solidFill>
            </a:endParaRPr>
          </a:p>
        </p:txBody>
      </p:sp>
      <p:sp>
        <p:nvSpPr>
          <p:cNvPr id="247" name="Google Shape;247;p6"/>
          <p:cNvSpPr txBox="1"/>
          <p:nvPr/>
        </p:nvSpPr>
        <p:spPr>
          <a:xfrm>
            <a:off x="325250" y="808475"/>
            <a:ext cx="8397900" cy="47274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1000"/>
              </a:spcBef>
              <a:spcAft>
                <a:spcPts val="0"/>
              </a:spcAft>
              <a:buClr>
                <a:srgbClr val="000000"/>
              </a:buClr>
              <a:buSzPts val="1600"/>
              <a:buFont typeface="Nunito"/>
              <a:buChar char="●"/>
            </a:pPr>
            <a:r>
              <a:rPr lang="en" sz="1600">
                <a:latin typeface="Nunito"/>
                <a:ea typeface="Nunito"/>
                <a:cs typeface="Nunito"/>
                <a:sym typeface="Nunito"/>
              </a:rPr>
              <a:t>There are no duplicates found</a:t>
            </a:r>
            <a:endParaRPr sz="1600">
              <a:latin typeface="Nunito"/>
              <a:ea typeface="Nunito"/>
              <a:cs typeface="Nunito"/>
              <a:sym typeface="Nunito"/>
            </a:endParaRPr>
          </a:p>
          <a:p>
            <a:pPr indent="-330200" lvl="0" marL="457200" marR="0" rtl="0" algn="l">
              <a:lnSpc>
                <a:spcPct val="115000"/>
              </a:lnSpc>
              <a:spcBef>
                <a:spcPts val="1000"/>
              </a:spcBef>
              <a:spcAft>
                <a:spcPts val="0"/>
              </a:spcAft>
              <a:buSzPts val="1600"/>
              <a:buFont typeface="Nunito"/>
              <a:buChar char="●"/>
            </a:pPr>
            <a:r>
              <a:rPr lang="en" sz="1600">
                <a:latin typeface="Nunito"/>
                <a:ea typeface="Nunito"/>
                <a:cs typeface="Nunito"/>
                <a:sym typeface="Nunito"/>
              </a:rPr>
              <a:t>There are no null values found</a:t>
            </a:r>
            <a:endParaRPr sz="1600">
              <a:latin typeface="Nunito"/>
              <a:ea typeface="Nunito"/>
              <a:cs typeface="Nunito"/>
              <a:sym typeface="Nunito"/>
            </a:endParaRPr>
          </a:p>
          <a:p>
            <a:pPr indent="-330200" lvl="0" marL="457200" marR="0" rtl="0" algn="l">
              <a:lnSpc>
                <a:spcPct val="115000"/>
              </a:lnSpc>
              <a:spcBef>
                <a:spcPts val="1000"/>
              </a:spcBef>
              <a:spcAft>
                <a:spcPts val="0"/>
              </a:spcAft>
              <a:buSzPts val="1600"/>
              <a:buFont typeface="Nunito"/>
              <a:buChar char="●"/>
            </a:pPr>
            <a:r>
              <a:rPr lang="en" sz="1600">
                <a:latin typeface="Nunito"/>
                <a:ea typeface="Nunito"/>
                <a:cs typeface="Nunito"/>
                <a:sym typeface="Nunito"/>
              </a:rPr>
              <a:t>Since the bulk of the data is found in the first 4 months of the year 2019, it has been used to split the data into test (after 2019-04-16), validate (2019-04-01 to 2019-04-16) and train (before 2019-04-01) sets</a:t>
            </a:r>
            <a:endParaRPr sz="1600">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lang="en" sz="1600">
                <a:latin typeface="Nunito"/>
                <a:ea typeface="Nunito"/>
                <a:cs typeface="Nunito"/>
                <a:sym typeface="Nunito"/>
              </a:rPr>
              <a:t>Data has been vectorized using </a:t>
            </a:r>
            <a:endParaRPr sz="1600">
              <a:latin typeface="Nunito"/>
              <a:ea typeface="Nunito"/>
              <a:cs typeface="Nunito"/>
              <a:sym typeface="Nunito"/>
            </a:endParaRPr>
          </a:p>
          <a:p>
            <a:pPr indent="-330200" lvl="1" marL="914400" marR="0" rtl="0" algn="l">
              <a:lnSpc>
                <a:spcPct val="115000"/>
              </a:lnSpc>
              <a:spcBef>
                <a:spcPts val="1000"/>
              </a:spcBef>
              <a:spcAft>
                <a:spcPts val="0"/>
              </a:spcAft>
              <a:buClr>
                <a:srgbClr val="000000"/>
              </a:buClr>
              <a:buSzPts val="1600"/>
              <a:buFont typeface="Nunito"/>
              <a:buChar char="○"/>
            </a:pPr>
            <a:r>
              <a:rPr lang="en" sz="1600">
                <a:latin typeface="Nunito"/>
                <a:ea typeface="Nunito"/>
                <a:cs typeface="Nunito"/>
                <a:sym typeface="Nunito"/>
              </a:rPr>
              <a:t>Word2Vec with the length of the vocabulary as 4682 and 300 vectorized documents in each data set</a:t>
            </a:r>
            <a:endParaRPr sz="1600">
              <a:latin typeface="Nunito"/>
              <a:ea typeface="Nunito"/>
              <a:cs typeface="Nunito"/>
              <a:sym typeface="Nunito"/>
            </a:endParaRPr>
          </a:p>
          <a:p>
            <a:pPr indent="-330200" lvl="1" marL="914400" marR="0" rtl="0" algn="l">
              <a:lnSpc>
                <a:spcPct val="115000"/>
              </a:lnSpc>
              <a:spcBef>
                <a:spcPts val="1000"/>
              </a:spcBef>
              <a:spcAft>
                <a:spcPts val="0"/>
              </a:spcAft>
              <a:buClr>
                <a:srgbClr val="000000"/>
              </a:buClr>
              <a:buSzPts val="1600"/>
              <a:buFont typeface="Nunito"/>
              <a:buChar char="○"/>
            </a:pPr>
            <a:r>
              <a:rPr lang="en" sz="1600">
                <a:latin typeface="Nunito"/>
                <a:ea typeface="Nunito"/>
                <a:cs typeface="Nunito"/>
                <a:sym typeface="Nunito"/>
              </a:rPr>
              <a:t>GloVe model with the length of the vocabulary as 400000 with the vector size of 100 in each data set</a:t>
            </a:r>
            <a:endParaRPr sz="1600">
              <a:latin typeface="Nunito"/>
              <a:ea typeface="Nunito"/>
              <a:cs typeface="Nunito"/>
              <a:sym typeface="Nunito"/>
            </a:endParaRPr>
          </a:p>
          <a:p>
            <a:pPr indent="-330200" lvl="1" marL="914400" marR="0" rtl="0" algn="l">
              <a:lnSpc>
                <a:spcPct val="115000"/>
              </a:lnSpc>
              <a:spcBef>
                <a:spcPts val="1000"/>
              </a:spcBef>
              <a:spcAft>
                <a:spcPts val="0"/>
              </a:spcAft>
              <a:buClr>
                <a:srgbClr val="000000"/>
              </a:buClr>
              <a:buSzPts val="1600"/>
              <a:buFont typeface="Nunito"/>
              <a:buChar char="○"/>
            </a:pPr>
            <a:r>
              <a:rPr lang="en" sz="1600">
                <a:latin typeface="Nunito"/>
                <a:ea typeface="Nunito"/>
                <a:cs typeface="Nunito"/>
                <a:sym typeface="Nunito"/>
              </a:rPr>
              <a:t>Sentence transformer model, resulting in each piece of news content converted into a 384-dimensional vector in each data set</a:t>
            </a:r>
            <a:endParaRPr sz="1600">
              <a:latin typeface="Nunito"/>
              <a:ea typeface="Nunito"/>
              <a:cs typeface="Nunito"/>
              <a:sym typeface="Nunito"/>
            </a:endParaRPr>
          </a:p>
          <a:p>
            <a:pPr indent="-330200" lvl="0" marL="457200" marR="0" rtl="0" algn="l">
              <a:lnSpc>
                <a:spcPct val="115000"/>
              </a:lnSpc>
              <a:spcBef>
                <a:spcPts val="1000"/>
              </a:spcBef>
              <a:spcAft>
                <a:spcPts val="0"/>
              </a:spcAft>
              <a:buSzPts val="1600"/>
              <a:buFont typeface="Nunito"/>
              <a:buChar char="●"/>
            </a:pPr>
            <a:r>
              <a:t/>
            </a:r>
            <a:endParaRPr sz="1600">
              <a:latin typeface="Nunito"/>
              <a:ea typeface="Nunito"/>
              <a:cs typeface="Nunito"/>
              <a:sym typeface="Nuni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7"/>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Sentiment Analysis - Model Evaluation Criterion</a:t>
            </a:r>
            <a:endParaRPr sz="2350">
              <a:solidFill>
                <a:srgbClr val="0E39A9"/>
              </a:solidFill>
            </a:endParaRPr>
          </a:p>
        </p:txBody>
      </p:sp>
      <p:sp>
        <p:nvSpPr>
          <p:cNvPr id="253" name="Google Shape;253;p7"/>
          <p:cNvSpPr txBox="1"/>
          <p:nvPr/>
        </p:nvSpPr>
        <p:spPr>
          <a:xfrm>
            <a:off x="325250" y="808475"/>
            <a:ext cx="8397900" cy="39804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1000"/>
              </a:spcBef>
              <a:spcAft>
                <a:spcPts val="0"/>
              </a:spcAft>
              <a:buClr>
                <a:srgbClr val="000000"/>
              </a:buClr>
              <a:buSzPts val="1600"/>
              <a:buFont typeface="Nunito"/>
              <a:buChar char="●"/>
            </a:pPr>
            <a:r>
              <a:rPr lang="en" sz="1600">
                <a:solidFill>
                  <a:schemeClr val="dk1"/>
                </a:solidFill>
                <a:latin typeface="Nunito"/>
                <a:ea typeface="Nunito"/>
                <a:cs typeface="Nunito"/>
                <a:sym typeface="Nunito"/>
              </a:rPr>
              <a:t>The models are evaluated based on comparing the Accuracy, Recall, Precision, F1-score performance metrics of each model</a:t>
            </a:r>
            <a:endParaRPr sz="1600">
              <a:solidFill>
                <a:schemeClr val="dk1"/>
              </a:solidFill>
              <a:latin typeface="Nunito"/>
              <a:ea typeface="Nunito"/>
              <a:cs typeface="Nunito"/>
              <a:sym typeface="Nunito"/>
            </a:endParaRPr>
          </a:p>
          <a:p>
            <a:pPr indent="-330200" lvl="1" marL="914400" marR="0" rtl="0" algn="l">
              <a:lnSpc>
                <a:spcPct val="115000"/>
              </a:lnSpc>
              <a:spcBef>
                <a:spcPts val="1000"/>
              </a:spcBef>
              <a:spcAft>
                <a:spcPts val="0"/>
              </a:spcAft>
              <a:buClr>
                <a:schemeClr val="dk1"/>
              </a:buClr>
              <a:buSzPts val="1600"/>
              <a:buFont typeface="Nunito"/>
              <a:buChar char="○"/>
            </a:pPr>
            <a:r>
              <a:rPr lang="en" sz="1600">
                <a:solidFill>
                  <a:schemeClr val="dk1"/>
                </a:solidFill>
                <a:latin typeface="Nunito"/>
                <a:ea typeface="Nunito"/>
                <a:cs typeface="Nunito"/>
                <a:sym typeface="Nunito"/>
              </a:rPr>
              <a:t>Use a classification model like GradientBoostingClassifier</a:t>
            </a:r>
            <a:endParaRPr sz="1600">
              <a:solidFill>
                <a:schemeClr val="dk1"/>
              </a:solidFill>
              <a:latin typeface="Nunito"/>
              <a:ea typeface="Nunito"/>
              <a:cs typeface="Nunito"/>
              <a:sym typeface="Nunito"/>
            </a:endParaRPr>
          </a:p>
          <a:p>
            <a:pPr indent="-330200" lvl="1" marL="914400" marR="0" rtl="0" algn="l">
              <a:lnSpc>
                <a:spcPct val="115000"/>
              </a:lnSpc>
              <a:spcBef>
                <a:spcPts val="1000"/>
              </a:spcBef>
              <a:spcAft>
                <a:spcPts val="0"/>
              </a:spcAft>
              <a:buClr>
                <a:schemeClr val="dk1"/>
              </a:buClr>
              <a:buSzPts val="1600"/>
              <a:buFont typeface="Nunito"/>
              <a:buChar char="○"/>
            </a:pPr>
            <a:r>
              <a:rPr lang="en" sz="1600">
                <a:solidFill>
                  <a:schemeClr val="dk1"/>
                </a:solidFill>
                <a:latin typeface="Nunito"/>
                <a:ea typeface="Nunito"/>
                <a:cs typeface="Nunito"/>
                <a:sym typeface="Nunito"/>
              </a:rPr>
              <a:t>Independent variables are used for prediction</a:t>
            </a:r>
            <a:endParaRPr sz="1600">
              <a:solidFill>
                <a:schemeClr val="dk1"/>
              </a:solidFill>
              <a:latin typeface="Nunito"/>
              <a:ea typeface="Nunito"/>
              <a:cs typeface="Nunito"/>
              <a:sym typeface="Nunito"/>
            </a:endParaRPr>
          </a:p>
          <a:p>
            <a:pPr indent="-330200" lvl="1" marL="914400" marR="0" rtl="0" algn="l">
              <a:lnSpc>
                <a:spcPct val="115000"/>
              </a:lnSpc>
              <a:spcBef>
                <a:spcPts val="1000"/>
              </a:spcBef>
              <a:spcAft>
                <a:spcPts val="0"/>
              </a:spcAft>
              <a:buClr>
                <a:schemeClr val="dk1"/>
              </a:buClr>
              <a:buSzPts val="1600"/>
              <a:buFont typeface="Nunito"/>
              <a:buChar char="○"/>
            </a:pPr>
            <a:r>
              <a:rPr lang="en" sz="1600">
                <a:solidFill>
                  <a:schemeClr val="dk1"/>
                </a:solidFill>
                <a:latin typeface="Nunito"/>
                <a:ea typeface="Nunito"/>
                <a:cs typeface="Nunito"/>
                <a:sym typeface="Nunito"/>
              </a:rPr>
              <a:t>Identify true labels for dependent variables for final results</a:t>
            </a:r>
            <a:endParaRPr sz="1600">
              <a:solidFill>
                <a:schemeClr val="dk1"/>
              </a:solidFill>
              <a:latin typeface="Nunito"/>
              <a:ea typeface="Nunito"/>
              <a:cs typeface="Nunito"/>
              <a:sym typeface="Nunito"/>
            </a:endParaRPr>
          </a:p>
          <a:p>
            <a:pPr indent="0" lvl="0" marL="914400" marR="0" rtl="0" algn="l">
              <a:lnSpc>
                <a:spcPct val="115000"/>
              </a:lnSpc>
              <a:spcBef>
                <a:spcPts val="1000"/>
              </a:spcBef>
              <a:spcAft>
                <a:spcPts val="0"/>
              </a:spcAft>
              <a:buNone/>
            </a:pPr>
            <a:r>
              <a:t/>
            </a:r>
            <a:endParaRPr sz="1600">
              <a:solidFill>
                <a:schemeClr val="dk1"/>
              </a:solidFill>
              <a:latin typeface="Nunito"/>
              <a:ea typeface="Nunito"/>
              <a:cs typeface="Nunito"/>
              <a:sym typeface="Nunito"/>
            </a:endParaRPr>
          </a:p>
          <a:p>
            <a:pPr indent="-330200" lvl="0" marL="457200" rtl="0" algn="l">
              <a:lnSpc>
                <a:spcPct val="135714"/>
              </a:lnSpc>
              <a:spcBef>
                <a:spcPts val="0"/>
              </a:spcBef>
              <a:spcAft>
                <a:spcPts val="0"/>
              </a:spcAft>
              <a:buClr>
                <a:schemeClr val="dk1"/>
              </a:buClr>
              <a:buSzPts val="1600"/>
              <a:buFont typeface="Nunito"/>
              <a:buChar char="●"/>
            </a:pPr>
            <a:r>
              <a:rPr lang="en" sz="1600">
                <a:solidFill>
                  <a:schemeClr val="dk1"/>
                </a:solidFill>
                <a:latin typeface="Nunito"/>
                <a:ea typeface="Nunito"/>
                <a:cs typeface="Nunito"/>
                <a:sym typeface="Nunito"/>
              </a:rPr>
              <a:t>A confusion matrix will be used to plot and visualize the performance of a classification model</a:t>
            </a:r>
            <a:br>
              <a:rPr lang="en" sz="1600">
                <a:solidFill>
                  <a:schemeClr val="dk1"/>
                </a:solidFill>
                <a:latin typeface="Nunito"/>
                <a:ea typeface="Nunito"/>
                <a:cs typeface="Nunito"/>
                <a:sym typeface="Nunito"/>
              </a:rPr>
            </a:br>
            <a:endParaRPr sz="1600">
              <a:solidFill>
                <a:schemeClr val="dk1"/>
              </a:solidFill>
              <a:latin typeface="Nunito"/>
              <a:ea typeface="Nunito"/>
              <a:cs typeface="Nunito"/>
              <a:sym typeface="Nunito"/>
            </a:endParaRPr>
          </a:p>
          <a:p>
            <a:pPr indent="-330200" lvl="0" marL="457200" rtl="0" algn="l">
              <a:lnSpc>
                <a:spcPct val="135714"/>
              </a:lnSpc>
              <a:spcBef>
                <a:spcPts val="0"/>
              </a:spcBef>
              <a:spcAft>
                <a:spcPts val="0"/>
              </a:spcAft>
              <a:buClr>
                <a:schemeClr val="dk1"/>
              </a:buClr>
              <a:buSzPts val="1600"/>
              <a:buFont typeface="Nunito"/>
              <a:buChar char="●"/>
            </a:pPr>
            <a:r>
              <a:rPr lang="en" sz="1600">
                <a:solidFill>
                  <a:schemeClr val="dk1"/>
                </a:solidFill>
                <a:latin typeface="Nunito"/>
                <a:ea typeface="Nunito"/>
                <a:cs typeface="Nunito"/>
                <a:sym typeface="Nunito"/>
              </a:rPr>
              <a:t>Models will be tuned </a:t>
            </a:r>
            <a:r>
              <a:rPr lang="en" sz="1600">
                <a:solidFill>
                  <a:schemeClr val="dk1"/>
                </a:solidFill>
                <a:latin typeface="Nunito"/>
                <a:ea typeface="Nunito"/>
                <a:cs typeface="Nunito"/>
                <a:sym typeface="Nunito"/>
              </a:rPr>
              <a:t>further</a:t>
            </a:r>
            <a:r>
              <a:rPr lang="en" sz="1600">
                <a:solidFill>
                  <a:schemeClr val="dk1"/>
                </a:solidFill>
                <a:latin typeface="Nunito"/>
                <a:ea typeface="Nunito"/>
                <a:cs typeface="Nunito"/>
                <a:sym typeface="Nunito"/>
              </a:rPr>
              <a:t> to enhance the performance as required and compared again to identify the final model</a:t>
            </a:r>
            <a:endParaRPr sz="1600">
              <a:solidFill>
                <a:schemeClr val="dk1"/>
              </a:solidFill>
              <a:latin typeface="Nunito"/>
              <a:ea typeface="Nunito"/>
              <a:cs typeface="Nunito"/>
              <a:sym typeface="Nuni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32a6e2ec713_0_13"/>
          <p:cNvSpPr txBox="1"/>
          <p:nvPr>
            <p:ph type="title"/>
          </p:nvPr>
        </p:nvSpPr>
        <p:spPr>
          <a:xfrm>
            <a:off x="202550" y="289279"/>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2200"/>
              <a:buFont typeface="Arial"/>
              <a:buNone/>
            </a:pPr>
            <a:r>
              <a:rPr lang="en" sz="2400">
                <a:solidFill>
                  <a:schemeClr val="lt2"/>
                </a:solidFill>
              </a:rPr>
              <a:t>Sentiment Analysis - Model Building</a:t>
            </a:r>
            <a:endParaRPr sz="2400">
              <a:solidFill>
                <a:schemeClr val="lt2"/>
              </a:solidFill>
            </a:endParaRPr>
          </a:p>
          <a:p>
            <a:pPr indent="0" lvl="0" marL="0" rtl="0" algn="l">
              <a:spcBef>
                <a:spcPts val="0"/>
              </a:spcBef>
              <a:spcAft>
                <a:spcPts val="0"/>
              </a:spcAft>
              <a:buNone/>
            </a:pPr>
            <a:r>
              <a:t/>
            </a:r>
            <a:endParaRPr/>
          </a:p>
        </p:txBody>
      </p:sp>
      <p:sp>
        <p:nvSpPr>
          <p:cNvPr id="259" name="Google Shape;259;g32a6e2ec713_0_13"/>
          <p:cNvSpPr txBox="1"/>
          <p:nvPr/>
        </p:nvSpPr>
        <p:spPr>
          <a:xfrm>
            <a:off x="5029800" y="2011365"/>
            <a:ext cx="1608300" cy="28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latin typeface="Nunito"/>
                <a:ea typeface="Nunito"/>
                <a:cs typeface="Nunito"/>
                <a:sym typeface="Nunito"/>
              </a:rPr>
              <a:t>Validation </a:t>
            </a:r>
            <a:r>
              <a:rPr b="1" lang="en" sz="1500">
                <a:solidFill>
                  <a:schemeClr val="dk2"/>
                </a:solidFill>
                <a:latin typeface="Nunito"/>
                <a:ea typeface="Nunito"/>
                <a:cs typeface="Nunito"/>
                <a:sym typeface="Nunito"/>
              </a:rPr>
              <a:t>Data</a:t>
            </a:r>
            <a:endParaRPr b="1" sz="1500">
              <a:solidFill>
                <a:schemeClr val="dk2"/>
              </a:solidFill>
              <a:latin typeface="Nunito"/>
              <a:ea typeface="Nunito"/>
              <a:cs typeface="Nunito"/>
              <a:sym typeface="Nunito"/>
            </a:endParaRPr>
          </a:p>
        </p:txBody>
      </p:sp>
      <p:sp>
        <p:nvSpPr>
          <p:cNvPr id="260" name="Google Shape;260;g32a6e2ec713_0_13"/>
          <p:cNvSpPr txBox="1"/>
          <p:nvPr>
            <p:ph idx="1" type="body"/>
          </p:nvPr>
        </p:nvSpPr>
        <p:spPr>
          <a:xfrm>
            <a:off x="202550" y="709575"/>
            <a:ext cx="8629800" cy="572700"/>
          </a:xfrm>
          <a:prstGeom prst="rect">
            <a:avLst/>
          </a:prstGeom>
        </p:spPr>
        <p:txBody>
          <a:bodyPr anchorCtr="0" anchor="t" bIns="91425" lIns="91425" spcFirstLastPara="1" rIns="91425" wrap="square" tIns="91425">
            <a:noAutofit/>
          </a:bodyPr>
          <a:lstStyle/>
          <a:p>
            <a:pPr indent="-323850" lvl="0" marL="457200" rtl="0" algn="l">
              <a:spcBef>
                <a:spcPts val="1000"/>
              </a:spcBef>
              <a:spcAft>
                <a:spcPts val="0"/>
              </a:spcAft>
              <a:buSzPts val="1500"/>
              <a:buChar char="●"/>
            </a:pPr>
            <a:r>
              <a:rPr lang="en" sz="1600">
                <a:solidFill>
                  <a:srgbClr val="000000"/>
                </a:solidFill>
              </a:rPr>
              <a:t>A base Word2Vec model was built using Gradient Boost Classifier</a:t>
            </a:r>
            <a:endParaRPr sz="1600">
              <a:solidFill>
                <a:srgbClr val="000000"/>
              </a:solidFill>
            </a:endParaRPr>
          </a:p>
          <a:p>
            <a:pPr indent="-330200" lvl="0" marL="457200" rtl="0" algn="l">
              <a:spcBef>
                <a:spcPts val="1000"/>
              </a:spcBef>
              <a:spcAft>
                <a:spcPts val="0"/>
              </a:spcAft>
              <a:buClr>
                <a:srgbClr val="000000"/>
              </a:buClr>
              <a:buSzPts val="1600"/>
              <a:buChar char="●"/>
            </a:pPr>
            <a:r>
              <a:rPr lang="en" sz="1600">
                <a:solidFill>
                  <a:srgbClr val="000000"/>
                </a:solidFill>
              </a:rPr>
              <a:t>The model achieves perfect scores (1.0) for accuracy, recall, precision, and F1 on the training data as compared to validation data that has an accuracy and recall of around 0.47, precision of 0.36 and F1 score of 0.41</a:t>
            </a:r>
            <a:endParaRPr sz="1600">
              <a:solidFill>
                <a:srgbClr val="000000"/>
              </a:solidFill>
            </a:endParaRPr>
          </a:p>
        </p:txBody>
      </p:sp>
      <p:pic>
        <p:nvPicPr>
          <p:cNvPr id="261" name="Google Shape;261;g32a6e2ec713_0_13"/>
          <p:cNvPicPr preferRelativeResize="0"/>
          <p:nvPr/>
        </p:nvPicPr>
        <p:blipFill>
          <a:blip r:embed="rId3">
            <a:alphaModFix/>
          </a:blip>
          <a:stretch>
            <a:fillRect/>
          </a:stretch>
        </p:blipFill>
        <p:spPr>
          <a:xfrm>
            <a:off x="1171550" y="2323981"/>
            <a:ext cx="3110275" cy="2825069"/>
          </a:xfrm>
          <a:prstGeom prst="rect">
            <a:avLst/>
          </a:prstGeom>
          <a:noFill/>
          <a:ln>
            <a:noFill/>
          </a:ln>
        </p:spPr>
      </p:pic>
      <p:pic>
        <p:nvPicPr>
          <p:cNvPr id="262" name="Google Shape;262;g32a6e2ec713_0_13"/>
          <p:cNvPicPr preferRelativeResize="0"/>
          <p:nvPr/>
        </p:nvPicPr>
        <p:blipFill>
          <a:blip r:embed="rId4">
            <a:alphaModFix/>
          </a:blip>
          <a:stretch>
            <a:fillRect/>
          </a:stretch>
        </p:blipFill>
        <p:spPr>
          <a:xfrm>
            <a:off x="4407923" y="2323975"/>
            <a:ext cx="2984177" cy="2825075"/>
          </a:xfrm>
          <a:prstGeom prst="rect">
            <a:avLst/>
          </a:prstGeom>
          <a:noFill/>
          <a:ln>
            <a:noFill/>
          </a:ln>
        </p:spPr>
      </p:pic>
      <p:sp>
        <p:nvSpPr>
          <p:cNvPr id="263" name="Google Shape;263;g32a6e2ec713_0_13"/>
          <p:cNvSpPr txBox="1"/>
          <p:nvPr/>
        </p:nvSpPr>
        <p:spPr>
          <a:xfrm>
            <a:off x="1925450" y="2041075"/>
            <a:ext cx="1440600" cy="28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latin typeface="Nunito"/>
                <a:ea typeface="Nunito"/>
                <a:cs typeface="Nunito"/>
                <a:sym typeface="Nunito"/>
              </a:rPr>
              <a:t>Training Data</a:t>
            </a:r>
            <a:endParaRPr b="1" sz="1500">
              <a:solidFill>
                <a:schemeClr val="dk2"/>
              </a:solidFill>
              <a:latin typeface="Nunito"/>
              <a:ea typeface="Nunito"/>
              <a:cs typeface="Nunito"/>
              <a:sym typeface="Nuni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32a6e2ec713_0_23"/>
          <p:cNvSpPr txBox="1"/>
          <p:nvPr>
            <p:ph type="title"/>
          </p:nvPr>
        </p:nvSpPr>
        <p:spPr>
          <a:xfrm>
            <a:off x="202550" y="289279"/>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2"/>
                </a:solidFill>
              </a:rPr>
              <a:t>Sentiment Analysis - Model Building</a:t>
            </a:r>
            <a:endParaRPr sz="2400">
              <a:solidFill>
                <a:schemeClr val="lt2"/>
              </a:solidFill>
            </a:endParaRPr>
          </a:p>
          <a:p>
            <a:pPr indent="0" lvl="0" marL="0" rtl="0" algn="l">
              <a:spcBef>
                <a:spcPts val="0"/>
              </a:spcBef>
              <a:spcAft>
                <a:spcPts val="0"/>
              </a:spcAft>
              <a:buNone/>
            </a:pPr>
            <a:r>
              <a:t/>
            </a:r>
            <a:endParaRPr/>
          </a:p>
        </p:txBody>
      </p:sp>
      <p:sp>
        <p:nvSpPr>
          <p:cNvPr id="269" name="Google Shape;269;g32a6e2ec713_0_23"/>
          <p:cNvSpPr txBox="1"/>
          <p:nvPr>
            <p:ph idx="1" type="body"/>
          </p:nvPr>
        </p:nvSpPr>
        <p:spPr>
          <a:xfrm>
            <a:off x="202550" y="785775"/>
            <a:ext cx="8629800" cy="1255200"/>
          </a:xfrm>
          <a:prstGeom prst="rect">
            <a:avLst/>
          </a:prstGeom>
        </p:spPr>
        <p:txBody>
          <a:bodyPr anchorCtr="0" anchor="t" bIns="91425" lIns="91425" spcFirstLastPara="1" rIns="91425" wrap="square" tIns="91425">
            <a:noAutofit/>
          </a:bodyPr>
          <a:lstStyle/>
          <a:p>
            <a:pPr indent="-323850" lvl="0" marL="457200" rtl="0" algn="l">
              <a:spcBef>
                <a:spcPts val="1000"/>
              </a:spcBef>
              <a:spcAft>
                <a:spcPts val="0"/>
              </a:spcAft>
              <a:buSzPts val="1500"/>
              <a:buChar char="●"/>
            </a:pPr>
            <a:r>
              <a:rPr lang="en" sz="1600">
                <a:solidFill>
                  <a:srgbClr val="000000"/>
                </a:solidFill>
              </a:rPr>
              <a:t>A base GloVe model was built using Gradient Boost Classifier</a:t>
            </a:r>
            <a:endParaRPr sz="1600">
              <a:solidFill>
                <a:srgbClr val="000000"/>
              </a:solidFill>
            </a:endParaRPr>
          </a:p>
          <a:p>
            <a:pPr indent="-330200" lvl="0" marL="457200" rtl="0" algn="l">
              <a:spcBef>
                <a:spcPts val="1000"/>
              </a:spcBef>
              <a:spcAft>
                <a:spcPts val="0"/>
              </a:spcAft>
              <a:buClr>
                <a:srgbClr val="000000"/>
              </a:buClr>
              <a:buSzPts val="1600"/>
              <a:buChar char="●"/>
            </a:pPr>
            <a:r>
              <a:rPr lang="en" sz="1600">
                <a:solidFill>
                  <a:srgbClr val="000000"/>
                </a:solidFill>
              </a:rPr>
              <a:t>The model achieves perfect scores (1.0) for accuracy, recall, precision, and F1 on the training data as compared to validation data that has an accuracy and recall of around 0.38, precision of 0.32 and F1 score of 0.35</a:t>
            </a:r>
            <a:endParaRPr sz="1600">
              <a:solidFill>
                <a:srgbClr val="000000"/>
              </a:solidFill>
            </a:endParaRPr>
          </a:p>
        </p:txBody>
      </p:sp>
      <p:pic>
        <p:nvPicPr>
          <p:cNvPr id="270" name="Google Shape;270;g32a6e2ec713_0_23"/>
          <p:cNvPicPr preferRelativeResize="0"/>
          <p:nvPr/>
        </p:nvPicPr>
        <p:blipFill>
          <a:blip r:embed="rId3">
            <a:alphaModFix/>
          </a:blip>
          <a:stretch>
            <a:fillRect/>
          </a:stretch>
        </p:blipFill>
        <p:spPr>
          <a:xfrm>
            <a:off x="1337001" y="2398575"/>
            <a:ext cx="3101150" cy="2744925"/>
          </a:xfrm>
          <a:prstGeom prst="rect">
            <a:avLst/>
          </a:prstGeom>
          <a:noFill/>
          <a:ln>
            <a:noFill/>
          </a:ln>
        </p:spPr>
      </p:pic>
      <p:pic>
        <p:nvPicPr>
          <p:cNvPr id="271" name="Google Shape;271;g32a6e2ec713_0_23"/>
          <p:cNvPicPr preferRelativeResize="0"/>
          <p:nvPr/>
        </p:nvPicPr>
        <p:blipFill>
          <a:blip r:embed="rId4">
            <a:alphaModFix/>
          </a:blip>
          <a:stretch>
            <a:fillRect/>
          </a:stretch>
        </p:blipFill>
        <p:spPr>
          <a:xfrm>
            <a:off x="4413425" y="2340563"/>
            <a:ext cx="3101150" cy="2860949"/>
          </a:xfrm>
          <a:prstGeom prst="rect">
            <a:avLst/>
          </a:prstGeom>
          <a:noFill/>
          <a:ln>
            <a:noFill/>
          </a:ln>
        </p:spPr>
      </p:pic>
      <p:sp>
        <p:nvSpPr>
          <p:cNvPr id="272" name="Google Shape;272;g32a6e2ec713_0_23"/>
          <p:cNvSpPr txBox="1"/>
          <p:nvPr/>
        </p:nvSpPr>
        <p:spPr>
          <a:xfrm>
            <a:off x="5236050" y="2039465"/>
            <a:ext cx="1608300" cy="28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latin typeface="Nunito"/>
                <a:ea typeface="Nunito"/>
                <a:cs typeface="Nunito"/>
                <a:sym typeface="Nunito"/>
              </a:rPr>
              <a:t>Validation Data</a:t>
            </a:r>
            <a:endParaRPr b="1" sz="1500">
              <a:solidFill>
                <a:schemeClr val="dk2"/>
              </a:solidFill>
              <a:latin typeface="Nunito"/>
              <a:ea typeface="Nunito"/>
              <a:cs typeface="Nunito"/>
              <a:sym typeface="Nunito"/>
            </a:endParaRPr>
          </a:p>
        </p:txBody>
      </p:sp>
      <p:sp>
        <p:nvSpPr>
          <p:cNvPr id="273" name="Google Shape;273;g32a6e2ec713_0_23"/>
          <p:cNvSpPr txBox="1"/>
          <p:nvPr/>
        </p:nvSpPr>
        <p:spPr>
          <a:xfrm>
            <a:off x="2077850" y="2117275"/>
            <a:ext cx="1440600" cy="28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latin typeface="Nunito"/>
                <a:ea typeface="Nunito"/>
                <a:cs typeface="Nunito"/>
                <a:sym typeface="Nunito"/>
              </a:rPr>
              <a:t>Training Data</a:t>
            </a:r>
            <a:endParaRPr b="1" sz="1500">
              <a:solidFill>
                <a:schemeClr val="dk2"/>
              </a:solidFill>
              <a:latin typeface="Nunito"/>
              <a:ea typeface="Nunito"/>
              <a:cs typeface="Nunito"/>
              <a:sym typeface="Nuni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32a6e2ec713_0_34"/>
          <p:cNvSpPr txBox="1"/>
          <p:nvPr>
            <p:ph type="title"/>
          </p:nvPr>
        </p:nvSpPr>
        <p:spPr>
          <a:xfrm>
            <a:off x="202550" y="289279"/>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2"/>
                </a:solidFill>
              </a:rPr>
              <a:t>Sentiment Analysis - Model Building</a:t>
            </a:r>
            <a:endParaRPr sz="2400">
              <a:solidFill>
                <a:schemeClr val="lt2"/>
              </a:solidFill>
            </a:endParaRPr>
          </a:p>
          <a:p>
            <a:pPr indent="0" lvl="0" marL="0" rtl="0" algn="l">
              <a:spcBef>
                <a:spcPts val="0"/>
              </a:spcBef>
              <a:spcAft>
                <a:spcPts val="0"/>
              </a:spcAft>
              <a:buNone/>
            </a:pPr>
            <a:r>
              <a:t/>
            </a:r>
            <a:endParaRPr/>
          </a:p>
        </p:txBody>
      </p:sp>
      <p:sp>
        <p:nvSpPr>
          <p:cNvPr id="279" name="Google Shape;279;g32a6e2ec713_0_34"/>
          <p:cNvSpPr txBox="1"/>
          <p:nvPr>
            <p:ph idx="1" type="body"/>
          </p:nvPr>
        </p:nvSpPr>
        <p:spPr>
          <a:xfrm>
            <a:off x="202550" y="861975"/>
            <a:ext cx="8629800" cy="1251900"/>
          </a:xfrm>
          <a:prstGeom prst="rect">
            <a:avLst/>
          </a:prstGeom>
        </p:spPr>
        <p:txBody>
          <a:bodyPr anchorCtr="0" anchor="t" bIns="91425" lIns="91425" spcFirstLastPara="1" rIns="91425" wrap="square" tIns="91425">
            <a:noAutofit/>
          </a:bodyPr>
          <a:lstStyle/>
          <a:p>
            <a:pPr indent="-323850" lvl="0" marL="457200" rtl="0" algn="l">
              <a:spcBef>
                <a:spcPts val="1000"/>
              </a:spcBef>
              <a:spcAft>
                <a:spcPts val="0"/>
              </a:spcAft>
              <a:buSzPts val="1500"/>
              <a:buChar char="●"/>
            </a:pPr>
            <a:r>
              <a:rPr lang="en" sz="1600">
                <a:solidFill>
                  <a:srgbClr val="000000"/>
                </a:solidFill>
              </a:rPr>
              <a:t>A base Sentence Transformer model was built using Gradient Boost Classifier</a:t>
            </a:r>
            <a:endParaRPr sz="1600">
              <a:solidFill>
                <a:srgbClr val="000000"/>
              </a:solidFill>
            </a:endParaRPr>
          </a:p>
          <a:p>
            <a:pPr indent="-330200" lvl="0" marL="457200" rtl="0" algn="l">
              <a:spcBef>
                <a:spcPts val="1000"/>
              </a:spcBef>
              <a:spcAft>
                <a:spcPts val="0"/>
              </a:spcAft>
              <a:buClr>
                <a:srgbClr val="000000"/>
              </a:buClr>
              <a:buSzPts val="1600"/>
              <a:buChar char="●"/>
            </a:pPr>
            <a:r>
              <a:rPr lang="en" sz="1600">
                <a:solidFill>
                  <a:srgbClr val="000000"/>
                </a:solidFill>
              </a:rPr>
              <a:t>The model achieves perfect scores (1.0) for accuracy, recall, precision, and F1 on the training data as compared to validation data that has an accuracy and recall of around 0.47, precision of 0.30 and F1 score of 0.36</a:t>
            </a:r>
            <a:endParaRPr sz="1600">
              <a:solidFill>
                <a:srgbClr val="000000"/>
              </a:solidFill>
            </a:endParaRPr>
          </a:p>
        </p:txBody>
      </p:sp>
      <p:pic>
        <p:nvPicPr>
          <p:cNvPr id="280" name="Google Shape;280;g32a6e2ec713_0_34"/>
          <p:cNvPicPr preferRelativeResize="0"/>
          <p:nvPr/>
        </p:nvPicPr>
        <p:blipFill>
          <a:blip r:embed="rId3">
            <a:alphaModFix/>
          </a:blip>
          <a:stretch>
            <a:fillRect/>
          </a:stretch>
        </p:blipFill>
        <p:spPr>
          <a:xfrm>
            <a:off x="1400325" y="2685325"/>
            <a:ext cx="2777174" cy="2458175"/>
          </a:xfrm>
          <a:prstGeom prst="rect">
            <a:avLst/>
          </a:prstGeom>
          <a:noFill/>
          <a:ln>
            <a:noFill/>
          </a:ln>
        </p:spPr>
      </p:pic>
      <p:pic>
        <p:nvPicPr>
          <p:cNvPr id="281" name="Google Shape;281;g32a6e2ec713_0_34"/>
          <p:cNvPicPr preferRelativeResize="0"/>
          <p:nvPr/>
        </p:nvPicPr>
        <p:blipFill>
          <a:blip r:embed="rId4">
            <a:alphaModFix/>
          </a:blip>
          <a:stretch>
            <a:fillRect/>
          </a:stretch>
        </p:blipFill>
        <p:spPr>
          <a:xfrm>
            <a:off x="4177500" y="2652814"/>
            <a:ext cx="2777175" cy="2509036"/>
          </a:xfrm>
          <a:prstGeom prst="rect">
            <a:avLst/>
          </a:prstGeom>
          <a:noFill/>
          <a:ln>
            <a:noFill/>
          </a:ln>
        </p:spPr>
      </p:pic>
      <p:sp>
        <p:nvSpPr>
          <p:cNvPr id="282" name="Google Shape;282;g32a6e2ec713_0_34"/>
          <p:cNvSpPr txBox="1"/>
          <p:nvPr/>
        </p:nvSpPr>
        <p:spPr>
          <a:xfrm>
            <a:off x="4685738" y="2402715"/>
            <a:ext cx="1608300" cy="28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latin typeface="Nunito"/>
                <a:ea typeface="Nunito"/>
                <a:cs typeface="Nunito"/>
                <a:sym typeface="Nunito"/>
              </a:rPr>
              <a:t>Validation Data</a:t>
            </a:r>
            <a:endParaRPr b="1" sz="1500">
              <a:solidFill>
                <a:schemeClr val="dk2"/>
              </a:solidFill>
              <a:latin typeface="Nunito"/>
              <a:ea typeface="Nunito"/>
              <a:cs typeface="Nunito"/>
              <a:sym typeface="Nunito"/>
            </a:endParaRPr>
          </a:p>
        </p:txBody>
      </p:sp>
      <p:sp>
        <p:nvSpPr>
          <p:cNvPr id="283" name="Google Shape;283;g32a6e2ec713_0_34"/>
          <p:cNvSpPr txBox="1"/>
          <p:nvPr/>
        </p:nvSpPr>
        <p:spPr>
          <a:xfrm>
            <a:off x="2077850" y="2422075"/>
            <a:ext cx="1440600" cy="28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latin typeface="Nunito"/>
                <a:ea typeface="Nunito"/>
                <a:cs typeface="Nunito"/>
                <a:sym typeface="Nunito"/>
              </a:rPr>
              <a:t>Training Data</a:t>
            </a:r>
            <a:endParaRPr b="1" sz="1500">
              <a:solidFill>
                <a:schemeClr val="dk2"/>
              </a:solidFill>
              <a:latin typeface="Nunito"/>
              <a:ea typeface="Nunito"/>
              <a:cs typeface="Nunito"/>
              <a:sym typeface="Nuni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8"/>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Sentiment Analysis - Training Data</a:t>
            </a:r>
            <a:endParaRPr sz="2400">
              <a:solidFill>
                <a:srgbClr val="0E39A9"/>
              </a:solidFill>
            </a:endParaRPr>
          </a:p>
        </p:txBody>
      </p:sp>
      <p:sp>
        <p:nvSpPr>
          <p:cNvPr id="289" name="Google Shape;289;p8"/>
          <p:cNvSpPr txBox="1"/>
          <p:nvPr/>
        </p:nvSpPr>
        <p:spPr>
          <a:xfrm>
            <a:off x="325250" y="808475"/>
            <a:ext cx="8397900" cy="11256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1000"/>
              </a:spcBef>
              <a:spcAft>
                <a:spcPts val="0"/>
              </a:spcAft>
              <a:buClr>
                <a:srgbClr val="000000"/>
              </a:buClr>
              <a:buSzPts val="1600"/>
              <a:buFont typeface="Nunito"/>
              <a:buChar char="●"/>
            </a:pPr>
            <a:r>
              <a:rPr lang="en" sz="1600">
                <a:latin typeface="Nunito"/>
                <a:ea typeface="Nunito"/>
                <a:cs typeface="Nunito"/>
                <a:sym typeface="Nunito"/>
              </a:rPr>
              <a:t>A base Word2Vec, GloVe, and Sentence Transformer  model was built using Gradient Boost Classifier </a:t>
            </a:r>
            <a:endParaRPr sz="1600">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lang="en" sz="1600">
                <a:latin typeface="Nunito"/>
                <a:ea typeface="Nunito"/>
                <a:cs typeface="Nunito"/>
                <a:sym typeface="Nunito"/>
              </a:rPr>
              <a:t>All the base models performed similarly </a:t>
            </a:r>
            <a:r>
              <a:rPr lang="en" sz="1600">
                <a:latin typeface="Nunito"/>
                <a:ea typeface="Nunito"/>
                <a:cs typeface="Nunito"/>
                <a:sym typeface="Nunito"/>
              </a:rPr>
              <a:t>across different models</a:t>
            </a:r>
            <a:endParaRPr b="0" i="0" sz="1600" u="none" cap="none" strike="noStrike">
              <a:solidFill>
                <a:srgbClr val="000000"/>
              </a:solidFill>
              <a:latin typeface="Nunito"/>
              <a:ea typeface="Nunito"/>
              <a:cs typeface="Nunito"/>
              <a:sym typeface="Nunito"/>
            </a:endParaRPr>
          </a:p>
        </p:txBody>
      </p:sp>
      <p:graphicFrame>
        <p:nvGraphicFramePr>
          <p:cNvPr id="290" name="Google Shape;290;p8"/>
          <p:cNvGraphicFramePr/>
          <p:nvPr/>
        </p:nvGraphicFramePr>
        <p:xfrm>
          <a:off x="2237225" y="2526275"/>
          <a:ext cx="3000000" cy="3000000"/>
        </p:xfrm>
        <a:graphic>
          <a:graphicData uri="http://schemas.openxmlformats.org/drawingml/2006/table">
            <a:tbl>
              <a:tblPr>
                <a:noFill/>
                <a:tableStyleId>{501A84E0-5C8D-4233-A7C5-8CDBBAD691D2}</a:tableStyleId>
              </a:tblPr>
              <a:tblGrid>
                <a:gridCol w="993825"/>
                <a:gridCol w="1193700"/>
                <a:gridCol w="1240725"/>
                <a:gridCol w="1417150"/>
              </a:tblGrid>
              <a:tr h="381000">
                <a:tc>
                  <a:txBody>
                    <a:bodyPr/>
                    <a:lstStyle/>
                    <a:p>
                      <a:pPr indent="0" lvl="0" marL="0" rtl="0" algn="l">
                        <a:spcBef>
                          <a:spcPts val="0"/>
                        </a:spcBef>
                        <a:spcAft>
                          <a:spcPts val="0"/>
                        </a:spcAft>
                        <a:buNone/>
                      </a:pPr>
                      <a:r>
                        <a:rPr b="1" lang="en">
                          <a:solidFill>
                            <a:srgbClr val="031239"/>
                          </a:solidFill>
                        </a:rPr>
                        <a:t>Metric</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lnSpc>
                          <a:spcPct val="115000"/>
                        </a:lnSpc>
                        <a:spcBef>
                          <a:spcPts val="0"/>
                        </a:spcBef>
                        <a:spcAft>
                          <a:spcPts val="0"/>
                        </a:spcAft>
                        <a:buNone/>
                      </a:pPr>
                      <a:r>
                        <a:rPr b="1" lang="en">
                          <a:solidFill>
                            <a:srgbClr val="031239"/>
                          </a:solidFill>
                        </a:rPr>
                        <a:t>Base Model (Word2Vec)</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lnSpc>
                          <a:spcPct val="115000"/>
                        </a:lnSpc>
                        <a:spcBef>
                          <a:spcPts val="0"/>
                        </a:spcBef>
                        <a:spcAft>
                          <a:spcPts val="0"/>
                        </a:spcAft>
                        <a:buNone/>
                      </a:pPr>
                      <a:r>
                        <a:rPr b="1" lang="en">
                          <a:solidFill>
                            <a:srgbClr val="031239"/>
                          </a:solidFill>
                        </a:rPr>
                        <a:t>Base Model (GloVe)</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lnSpc>
                          <a:spcPct val="115000"/>
                        </a:lnSpc>
                        <a:spcBef>
                          <a:spcPts val="0"/>
                        </a:spcBef>
                        <a:spcAft>
                          <a:spcPts val="0"/>
                        </a:spcAft>
                        <a:buNone/>
                      </a:pPr>
                      <a:r>
                        <a:rPr b="1" lang="en">
                          <a:solidFill>
                            <a:srgbClr val="031239"/>
                          </a:solidFill>
                        </a:rPr>
                        <a:t>Base Model (Sentence Transformer)</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r>
              <a:tr h="381000">
                <a:tc>
                  <a:txBody>
                    <a:bodyPr/>
                    <a:lstStyle/>
                    <a:p>
                      <a:pPr indent="0" lvl="0" marL="0" rtl="0" algn="l">
                        <a:spcBef>
                          <a:spcPts val="0"/>
                        </a:spcBef>
                        <a:spcAft>
                          <a:spcPts val="0"/>
                        </a:spcAft>
                        <a:buNone/>
                      </a:pPr>
                      <a:r>
                        <a:rPr b="1" lang="en">
                          <a:solidFill>
                            <a:srgbClr val="031239"/>
                          </a:solidFill>
                        </a:rPr>
                        <a:t>Accuracy</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spcBef>
                          <a:spcPts val="0"/>
                        </a:spcBef>
                        <a:spcAft>
                          <a:spcPts val="0"/>
                        </a:spcAft>
                        <a:buNone/>
                      </a:pPr>
                      <a:r>
                        <a:rPr lang="en">
                          <a:solidFill>
                            <a:srgbClr val="031239"/>
                          </a:solidFill>
                        </a:rPr>
                        <a:t>1.0</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31239"/>
                          </a:solidFill>
                        </a:rPr>
                        <a:t>1.0</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31239"/>
                          </a:solidFill>
                        </a:rPr>
                        <a:t>1.0</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solidFill>
                            <a:srgbClr val="031239"/>
                          </a:solidFill>
                        </a:rPr>
                        <a:t>Recall</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spcBef>
                          <a:spcPts val="0"/>
                        </a:spcBef>
                        <a:spcAft>
                          <a:spcPts val="0"/>
                        </a:spcAft>
                        <a:buNone/>
                      </a:pPr>
                      <a:r>
                        <a:rPr lang="en">
                          <a:solidFill>
                            <a:srgbClr val="031239"/>
                          </a:solidFill>
                        </a:rPr>
                        <a:t>1.0</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31239"/>
                          </a:solidFill>
                        </a:rPr>
                        <a:t>1.0</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31239"/>
                          </a:solidFill>
                        </a:rPr>
                        <a:t>1.0</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solidFill>
                            <a:srgbClr val="031239"/>
                          </a:solidFill>
                        </a:rPr>
                        <a:t>Precision</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spcBef>
                          <a:spcPts val="0"/>
                        </a:spcBef>
                        <a:spcAft>
                          <a:spcPts val="0"/>
                        </a:spcAft>
                        <a:buNone/>
                      </a:pPr>
                      <a:r>
                        <a:rPr lang="en">
                          <a:solidFill>
                            <a:srgbClr val="031239"/>
                          </a:solidFill>
                        </a:rPr>
                        <a:t>1.0</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31239"/>
                          </a:solidFill>
                        </a:rPr>
                        <a:t>1.0</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31239"/>
                          </a:solidFill>
                        </a:rPr>
                        <a:t>1.0</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solidFill>
                            <a:srgbClr val="031239"/>
                          </a:solidFill>
                        </a:rPr>
                        <a:t>F1</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spcBef>
                          <a:spcPts val="0"/>
                        </a:spcBef>
                        <a:spcAft>
                          <a:spcPts val="0"/>
                        </a:spcAft>
                        <a:buNone/>
                      </a:pPr>
                      <a:r>
                        <a:rPr lang="en">
                          <a:solidFill>
                            <a:srgbClr val="031239"/>
                          </a:solidFill>
                        </a:rPr>
                        <a:t>1.0</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31239"/>
                          </a:solidFill>
                        </a:rPr>
                        <a:t>1.0</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31239"/>
                          </a:solidFill>
                        </a:rPr>
                        <a:t>1.0</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r>
            </a:tbl>
          </a:graphicData>
        </a:graphic>
      </p:graphicFrame>
      <p:sp>
        <p:nvSpPr>
          <p:cNvPr id="291" name="Google Shape;291;p8"/>
          <p:cNvSpPr txBox="1"/>
          <p:nvPr/>
        </p:nvSpPr>
        <p:spPr>
          <a:xfrm>
            <a:off x="3993025" y="2137700"/>
            <a:ext cx="1581300" cy="24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latin typeface="Nunito"/>
                <a:ea typeface="Nunito"/>
                <a:cs typeface="Nunito"/>
                <a:sym typeface="Nunito"/>
              </a:rPr>
              <a:t>Training Data</a:t>
            </a:r>
            <a:endParaRPr b="1" sz="1500">
              <a:solidFill>
                <a:schemeClr val="dk2"/>
              </a:solidFill>
              <a:latin typeface="Nunito"/>
              <a:ea typeface="Nunito"/>
              <a:cs typeface="Nunito"/>
              <a:sym typeface="Nuni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32a6e2ec713_0_5"/>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Sentiment Analysis - Validation Data</a:t>
            </a:r>
            <a:endParaRPr sz="2400">
              <a:solidFill>
                <a:srgbClr val="0E39A9"/>
              </a:solidFill>
            </a:endParaRPr>
          </a:p>
        </p:txBody>
      </p:sp>
      <p:sp>
        <p:nvSpPr>
          <p:cNvPr id="297" name="Google Shape;297;g32a6e2ec713_0_5"/>
          <p:cNvSpPr txBox="1"/>
          <p:nvPr/>
        </p:nvSpPr>
        <p:spPr>
          <a:xfrm>
            <a:off x="325250" y="808475"/>
            <a:ext cx="8397900" cy="14088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1000"/>
              </a:spcBef>
              <a:spcAft>
                <a:spcPts val="0"/>
              </a:spcAft>
              <a:buClr>
                <a:srgbClr val="000000"/>
              </a:buClr>
              <a:buSzPts val="1600"/>
              <a:buFont typeface="Nunito"/>
              <a:buChar char="●"/>
            </a:pPr>
            <a:r>
              <a:rPr lang="en" sz="1600">
                <a:latin typeface="Nunito"/>
                <a:ea typeface="Nunito"/>
                <a:cs typeface="Nunito"/>
                <a:sym typeface="Nunito"/>
              </a:rPr>
              <a:t>Both Word2Vec and Sentence Transformer model had the same Accuracy and Recall values of 0.47</a:t>
            </a:r>
            <a:endParaRPr sz="1600">
              <a:latin typeface="Nunito"/>
              <a:ea typeface="Nunito"/>
              <a:cs typeface="Nunito"/>
              <a:sym typeface="Nunito"/>
            </a:endParaRPr>
          </a:p>
          <a:p>
            <a:pPr indent="-330200" lvl="0" marL="457200" marR="0" rtl="0" algn="l">
              <a:lnSpc>
                <a:spcPct val="115000"/>
              </a:lnSpc>
              <a:spcBef>
                <a:spcPts val="1000"/>
              </a:spcBef>
              <a:spcAft>
                <a:spcPts val="0"/>
              </a:spcAft>
              <a:buSzPts val="1600"/>
              <a:buFont typeface="Nunito"/>
              <a:buChar char="●"/>
            </a:pPr>
            <a:r>
              <a:rPr lang="en" sz="1600">
                <a:latin typeface="Nunito"/>
                <a:ea typeface="Nunito"/>
                <a:cs typeface="Nunito"/>
                <a:sym typeface="Nunito"/>
              </a:rPr>
              <a:t>Word2Vec model performed well compared to GloVe and Sentence Transformer with regards to Precision and F1 score</a:t>
            </a:r>
            <a:endParaRPr sz="1600">
              <a:latin typeface="Nunito"/>
              <a:ea typeface="Nunito"/>
              <a:cs typeface="Nunito"/>
              <a:sym typeface="Nunito"/>
            </a:endParaRPr>
          </a:p>
        </p:txBody>
      </p:sp>
      <p:graphicFrame>
        <p:nvGraphicFramePr>
          <p:cNvPr id="298" name="Google Shape;298;g32a6e2ec713_0_5"/>
          <p:cNvGraphicFramePr/>
          <p:nvPr/>
        </p:nvGraphicFramePr>
        <p:xfrm>
          <a:off x="2237225" y="2432025"/>
          <a:ext cx="3000000" cy="3000000"/>
        </p:xfrm>
        <a:graphic>
          <a:graphicData uri="http://schemas.openxmlformats.org/drawingml/2006/table">
            <a:tbl>
              <a:tblPr>
                <a:noFill/>
                <a:tableStyleId>{501A84E0-5C8D-4233-A7C5-8CDBBAD691D2}</a:tableStyleId>
              </a:tblPr>
              <a:tblGrid>
                <a:gridCol w="993825"/>
                <a:gridCol w="1193700"/>
                <a:gridCol w="1240725"/>
                <a:gridCol w="1417150"/>
              </a:tblGrid>
              <a:tr h="381000">
                <a:tc>
                  <a:txBody>
                    <a:bodyPr/>
                    <a:lstStyle/>
                    <a:p>
                      <a:pPr indent="0" lvl="0" marL="0" rtl="0" algn="l">
                        <a:spcBef>
                          <a:spcPts val="0"/>
                        </a:spcBef>
                        <a:spcAft>
                          <a:spcPts val="0"/>
                        </a:spcAft>
                        <a:buNone/>
                      </a:pPr>
                      <a:r>
                        <a:rPr b="1" lang="en">
                          <a:solidFill>
                            <a:srgbClr val="031239"/>
                          </a:solidFill>
                        </a:rPr>
                        <a:t>Metric</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lnSpc>
                          <a:spcPct val="115000"/>
                        </a:lnSpc>
                        <a:spcBef>
                          <a:spcPts val="0"/>
                        </a:spcBef>
                        <a:spcAft>
                          <a:spcPts val="0"/>
                        </a:spcAft>
                        <a:buNone/>
                      </a:pPr>
                      <a:r>
                        <a:rPr b="1" lang="en">
                          <a:solidFill>
                            <a:srgbClr val="031239"/>
                          </a:solidFill>
                        </a:rPr>
                        <a:t>Base Model (Word2Vec)</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lnSpc>
                          <a:spcPct val="115000"/>
                        </a:lnSpc>
                        <a:spcBef>
                          <a:spcPts val="0"/>
                        </a:spcBef>
                        <a:spcAft>
                          <a:spcPts val="0"/>
                        </a:spcAft>
                        <a:buNone/>
                      </a:pPr>
                      <a:r>
                        <a:rPr b="1" lang="en">
                          <a:solidFill>
                            <a:srgbClr val="031239"/>
                          </a:solidFill>
                        </a:rPr>
                        <a:t>Base Model (GloVe)</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lnSpc>
                          <a:spcPct val="115000"/>
                        </a:lnSpc>
                        <a:spcBef>
                          <a:spcPts val="0"/>
                        </a:spcBef>
                        <a:spcAft>
                          <a:spcPts val="0"/>
                        </a:spcAft>
                        <a:buNone/>
                      </a:pPr>
                      <a:r>
                        <a:rPr b="1" lang="en">
                          <a:solidFill>
                            <a:srgbClr val="031239"/>
                          </a:solidFill>
                        </a:rPr>
                        <a:t>Base Model (Sentence Transformer)</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r>
              <a:tr h="381000">
                <a:tc>
                  <a:txBody>
                    <a:bodyPr/>
                    <a:lstStyle/>
                    <a:p>
                      <a:pPr indent="0" lvl="0" marL="0" rtl="0" algn="l">
                        <a:spcBef>
                          <a:spcPts val="0"/>
                        </a:spcBef>
                        <a:spcAft>
                          <a:spcPts val="0"/>
                        </a:spcAft>
                        <a:buNone/>
                      </a:pPr>
                      <a:r>
                        <a:rPr b="1" lang="en">
                          <a:solidFill>
                            <a:srgbClr val="031239"/>
                          </a:solidFill>
                        </a:rPr>
                        <a:t>Accuracy</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spcBef>
                          <a:spcPts val="0"/>
                        </a:spcBef>
                        <a:spcAft>
                          <a:spcPts val="0"/>
                        </a:spcAft>
                        <a:buNone/>
                      </a:pPr>
                      <a:r>
                        <a:rPr lang="en"/>
                        <a:t>0.47619</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0.380952  </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0.47619</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solidFill>
                            <a:srgbClr val="031239"/>
                          </a:solidFill>
                        </a:rPr>
                        <a:t>Recall</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spcBef>
                          <a:spcPts val="0"/>
                        </a:spcBef>
                        <a:spcAft>
                          <a:spcPts val="0"/>
                        </a:spcAft>
                        <a:buNone/>
                      </a:pPr>
                      <a:r>
                        <a:rPr lang="en"/>
                        <a:t>0.47619</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0.380952  </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0.47619</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r>
              <a:tr h="380650">
                <a:tc>
                  <a:txBody>
                    <a:bodyPr/>
                    <a:lstStyle/>
                    <a:p>
                      <a:pPr indent="0" lvl="0" marL="0" rtl="0" algn="l">
                        <a:spcBef>
                          <a:spcPts val="0"/>
                        </a:spcBef>
                        <a:spcAft>
                          <a:spcPts val="0"/>
                        </a:spcAft>
                        <a:buNone/>
                      </a:pPr>
                      <a:r>
                        <a:rPr b="1" lang="en">
                          <a:solidFill>
                            <a:srgbClr val="031239"/>
                          </a:solidFill>
                        </a:rPr>
                        <a:t>Precision</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spcBef>
                          <a:spcPts val="0"/>
                        </a:spcBef>
                        <a:spcAft>
                          <a:spcPts val="0"/>
                        </a:spcAft>
                        <a:buNone/>
                      </a:pPr>
                      <a:r>
                        <a:rPr lang="en"/>
                        <a:t>0.369048</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0.326531</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0.300752</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solidFill>
                            <a:srgbClr val="031239"/>
                          </a:solidFill>
                        </a:rPr>
                        <a:t>F1</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spcBef>
                          <a:spcPts val="0"/>
                        </a:spcBef>
                        <a:spcAft>
                          <a:spcPts val="0"/>
                        </a:spcAft>
                        <a:buNone/>
                      </a:pPr>
                      <a:r>
                        <a:rPr lang="en"/>
                        <a:t>0.414966</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0.351648</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0.368664</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r>
            </a:tbl>
          </a:graphicData>
        </a:graphic>
      </p:graphicFrame>
      <p:sp>
        <p:nvSpPr>
          <p:cNvPr id="299" name="Google Shape;299;g32a6e2ec713_0_5"/>
          <p:cNvSpPr txBox="1"/>
          <p:nvPr/>
        </p:nvSpPr>
        <p:spPr>
          <a:xfrm>
            <a:off x="3916825" y="2060925"/>
            <a:ext cx="1594800" cy="24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latin typeface="Nunito"/>
                <a:ea typeface="Nunito"/>
                <a:cs typeface="Nunito"/>
                <a:sym typeface="Nunito"/>
              </a:rPr>
              <a:t>Validation Data</a:t>
            </a:r>
            <a:endParaRPr b="1" sz="1500">
              <a:solidFill>
                <a:schemeClr val="dk2"/>
              </a:solidFill>
              <a:latin typeface="Nunito"/>
              <a:ea typeface="Nunito"/>
              <a:cs typeface="Nunito"/>
              <a:sym typeface="Nuni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9"/>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350">
                <a:solidFill>
                  <a:srgbClr val="0E39A9"/>
                </a:solidFill>
              </a:rPr>
              <a:t>Sentiment Analysis - Model Improvement</a:t>
            </a:r>
            <a:endParaRPr sz="2350">
              <a:solidFill>
                <a:srgbClr val="0E39A9"/>
              </a:solidFill>
            </a:endParaRPr>
          </a:p>
        </p:txBody>
      </p:sp>
      <p:sp>
        <p:nvSpPr>
          <p:cNvPr id="305" name="Google Shape;305;p9"/>
          <p:cNvSpPr txBox="1"/>
          <p:nvPr/>
        </p:nvSpPr>
        <p:spPr>
          <a:xfrm>
            <a:off x="325250" y="808475"/>
            <a:ext cx="8397900" cy="42126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1000"/>
              </a:spcBef>
              <a:spcAft>
                <a:spcPts val="0"/>
              </a:spcAft>
              <a:buClr>
                <a:srgbClr val="000000"/>
              </a:buClr>
              <a:buSzPts val="1600"/>
              <a:buFont typeface="Nunito"/>
              <a:buChar char="●"/>
            </a:pPr>
            <a:r>
              <a:rPr lang="en" sz="1600">
                <a:solidFill>
                  <a:schemeClr val="dk1"/>
                </a:solidFill>
                <a:latin typeface="Nunito"/>
                <a:ea typeface="Nunito"/>
                <a:cs typeface="Nunito"/>
                <a:sym typeface="Nunito"/>
              </a:rPr>
              <a:t>As noticed from the metrics of the base </a:t>
            </a:r>
            <a:r>
              <a:rPr lang="en" sz="1600">
                <a:solidFill>
                  <a:schemeClr val="dk1"/>
                </a:solidFill>
                <a:latin typeface="Nunito"/>
                <a:ea typeface="Nunito"/>
                <a:cs typeface="Nunito"/>
                <a:sym typeface="Nunito"/>
              </a:rPr>
              <a:t>models</a:t>
            </a:r>
            <a:r>
              <a:rPr lang="en" sz="1600">
                <a:solidFill>
                  <a:schemeClr val="dk1"/>
                </a:solidFill>
                <a:latin typeface="Nunito"/>
                <a:ea typeface="Nunito"/>
                <a:cs typeface="Nunito"/>
                <a:sym typeface="Nunito"/>
              </a:rPr>
              <a:t>, </a:t>
            </a:r>
            <a:r>
              <a:rPr lang="en" sz="1600">
                <a:solidFill>
                  <a:schemeClr val="dk1"/>
                </a:solidFill>
                <a:latin typeface="Nunito"/>
                <a:ea typeface="Nunito"/>
                <a:cs typeface="Nunito"/>
                <a:sym typeface="Nunito"/>
              </a:rPr>
              <a:t>the</a:t>
            </a:r>
            <a:r>
              <a:rPr lang="en" sz="1600">
                <a:solidFill>
                  <a:schemeClr val="dk1"/>
                </a:solidFill>
                <a:latin typeface="Nunito"/>
                <a:ea typeface="Nunito"/>
                <a:cs typeface="Nunito"/>
                <a:sym typeface="Nunito"/>
              </a:rPr>
              <a:t> performance can be improved further to adapt well to new unseen data</a:t>
            </a:r>
            <a:endParaRPr/>
          </a:p>
          <a:p>
            <a:pPr indent="-330200" lvl="0" marL="457200" marR="0" rtl="0" algn="l">
              <a:lnSpc>
                <a:spcPct val="115000"/>
              </a:lnSpc>
              <a:spcBef>
                <a:spcPts val="1000"/>
              </a:spcBef>
              <a:spcAft>
                <a:spcPts val="0"/>
              </a:spcAft>
              <a:buClr>
                <a:srgbClr val="000000"/>
              </a:buClr>
              <a:buSzPts val="1600"/>
              <a:buFont typeface="Nunito"/>
              <a:buChar char="●"/>
            </a:pPr>
            <a:r>
              <a:rPr lang="en" sz="1600">
                <a:latin typeface="Nunito"/>
                <a:ea typeface="Nunito"/>
                <a:cs typeface="Nunito"/>
                <a:sym typeface="Nunito"/>
              </a:rPr>
              <a:t>Hyperparameter grid</a:t>
            </a:r>
            <a:endParaRPr sz="1600">
              <a:latin typeface="Nunito"/>
              <a:ea typeface="Nunito"/>
              <a:cs typeface="Nunito"/>
              <a:sym typeface="Nunito"/>
            </a:endParaRPr>
          </a:p>
          <a:p>
            <a:pPr indent="-330200" lvl="1" marL="914400" rtl="0" algn="l">
              <a:lnSpc>
                <a:spcPct val="135714"/>
              </a:lnSpc>
              <a:spcBef>
                <a:spcPts val="0"/>
              </a:spcBef>
              <a:spcAft>
                <a:spcPts val="0"/>
              </a:spcAft>
              <a:buSzPts val="1600"/>
              <a:buFont typeface="Nunito"/>
              <a:buChar char="○"/>
            </a:pPr>
            <a:r>
              <a:rPr lang="en" sz="1600">
                <a:latin typeface="Nunito"/>
                <a:ea typeface="Nunito"/>
                <a:cs typeface="Nunito"/>
                <a:sym typeface="Nunito"/>
              </a:rPr>
              <a:t>Max_depth was set to a max of 7</a:t>
            </a:r>
            <a:endParaRPr sz="1600">
              <a:latin typeface="Nunito"/>
              <a:ea typeface="Nunito"/>
              <a:cs typeface="Nunito"/>
              <a:sym typeface="Nunito"/>
            </a:endParaRPr>
          </a:p>
          <a:p>
            <a:pPr indent="-330200" lvl="1" marL="914400" rtl="0" algn="l">
              <a:lnSpc>
                <a:spcPct val="135714"/>
              </a:lnSpc>
              <a:spcBef>
                <a:spcPts val="0"/>
              </a:spcBef>
              <a:spcAft>
                <a:spcPts val="0"/>
              </a:spcAft>
              <a:buSzPts val="1600"/>
              <a:buFont typeface="Nunito"/>
              <a:buChar char="○"/>
            </a:pPr>
            <a:r>
              <a:rPr lang="en" sz="1600">
                <a:latin typeface="Nunito"/>
                <a:ea typeface="Nunito"/>
                <a:cs typeface="Nunito"/>
                <a:sym typeface="Nunito"/>
              </a:rPr>
              <a:t>Min_samples_split  at each node was set to (5,12,2)</a:t>
            </a:r>
            <a:endParaRPr sz="1600">
              <a:latin typeface="Nunito"/>
              <a:ea typeface="Nunito"/>
              <a:cs typeface="Nunito"/>
              <a:sym typeface="Nunito"/>
            </a:endParaRPr>
          </a:p>
          <a:p>
            <a:pPr indent="-330200" lvl="1" marL="914400" rtl="0" algn="l">
              <a:lnSpc>
                <a:spcPct val="135714"/>
              </a:lnSpc>
              <a:spcBef>
                <a:spcPts val="0"/>
              </a:spcBef>
              <a:spcAft>
                <a:spcPts val="0"/>
              </a:spcAft>
              <a:buSzPts val="1600"/>
              <a:buFont typeface="Nunito"/>
              <a:buChar char="○"/>
            </a:pPr>
            <a:r>
              <a:rPr lang="en" sz="1600">
                <a:latin typeface="Nunito"/>
                <a:ea typeface="Nunito"/>
                <a:cs typeface="Nunito"/>
                <a:sym typeface="Nunito"/>
              </a:rPr>
              <a:t>Max_features was set to (</a:t>
            </a:r>
            <a:r>
              <a:rPr lang="en" sz="1600">
                <a:latin typeface="Nunito"/>
                <a:ea typeface="Nunito"/>
                <a:cs typeface="Nunito"/>
                <a:sym typeface="Nunito"/>
              </a:rPr>
              <a:t>log2', 'sqrt', 0.2, 0.4)</a:t>
            </a:r>
            <a:endParaRPr sz="1600">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lang="en" sz="1600">
                <a:latin typeface="Nunito"/>
                <a:ea typeface="Nunito"/>
                <a:cs typeface="Nunito"/>
                <a:sym typeface="Nunito"/>
              </a:rPr>
              <a:t>Based on the metrics observed training data values was 1.0 across all the models, however validation data overall performed poorly with Word2Vec outperforming the GloVe and Sentence Transformer models</a:t>
            </a:r>
            <a:endParaRPr sz="1600">
              <a:latin typeface="Nunito"/>
              <a:ea typeface="Nunito"/>
              <a:cs typeface="Nunito"/>
              <a:sym typeface="Nunito"/>
            </a:endParaRPr>
          </a:p>
          <a:p>
            <a:pPr indent="-330200" lvl="0" marL="457200" marR="0" rtl="0" algn="l">
              <a:lnSpc>
                <a:spcPct val="115000"/>
              </a:lnSpc>
              <a:spcBef>
                <a:spcPts val="1000"/>
              </a:spcBef>
              <a:spcAft>
                <a:spcPts val="0"/>
              </a:spcAft>
              <a:buSzPts val="1600"/>
              <a:buFont typeface="Nunito"/>
              <a:buChar char="●"/>
            </a:pPr>
            <a:r>
              <a:rPr lang="en" sz="1600">
                <a:latin typeface="Nunito"/>
                <a:ea typeface="Nunito"/>
                <a:cs typeface="Nunito"/>
                <a:sym typeface="Nunito"/>
              </a:rPr>
              <a:t>All the models will be tuned using hyperparameters and the metrics will be compared to select the final model</a:t>
            </a:r>
            <a:endParaRPr sz="1600">
              <a:latin typeface="Nunito"/>
              <a:ea typeface="Nunito"/>
              <a:cs typeface="Nunito"/>
              <a:sym typeface="Nunito"/>
            </a:endParaRPr>
          </a:p>
          <a:p>
            <a:pPr indent="-228600" lvl="0" marL="457200" marR="0" rtl="0" algn="l">
              <a:lnSpc>
                <a:spcPct val="115000"/>
              </a:lnSpc>
              <a:spcBef>
                <a:spcPts val="1000"/>
              </a:spcBef>
              <a:spcAft>
                <a:spcPts val="0"/>
              </a:spcAft>
              <a:buClr>
                <a:srgbClr val="000000"/>
              </a:buClr>
              <a:buSzPts val="1600"/>
              <a:buFont typeface="Nunito"/>
              <a:buNone/>
            </a:pPr>
            <a:r>
              <a:t/>
            </a:r>
            <a:endParaRPr b="0" i="0" sz="1600" u="none" cap="none" strike="noStrike">
              <a:solidFill>
                <a:schemeClr val="dk1"/>
              </a:solidFill>
              <a:latin typeface="Nunito"/>
              <a:ea typeface="Nunito"/>
              <a:cs typeface="Nunito"/>
              <a:sym typeface="Nuni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g328aa1a437d_0_43"/>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350">
                <a:solidFill>
                  <a:srgbClr val="0E39A9"/>
                </a:solidFill>
              </a:rPr>
              <a:t>Sentiment Analysis - Model Improvement</a:t>
            </a:r>
            <a:endParaRPr sz="2350">
              <a:solidFill>
                <a:srgbClr val="0E39A9"/>
              </a:solidFill>
            </a:endParaRPr>
          </a:p>
        </p:txBody>
      </p:sp>
      <p:sp>
        <p:nvSpPr>
          <p:cNvPr id="311" name="Google Shape;311;g328aa1a437d_0_43"/>
          <p:cNvSpPr txBox="1"/>
          <p:nvPr/>
        </p:nvSpPr>
        <p:spPr>
          <a:xfrm>
            <a:off x="325250" y="579875"/>
            <a:ext cx="8397900" cy="21036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1000"/>
              </a:spcBef>
              <a:spcAft>
                <a:spcPts val="0"/>
              </a:spcAft>
              <a:buClr>
                <a:srgbClr val="000000"/>
              </a:buClr>
              <a:buSzPts val="1600"/>
              <a:buFont typeface="Nunito"/>
              <a:buChar char="●"/>
            </a:pPr>
            <a:r>
              <a:rPr lang="en" sz="1600">
                <a:solidFill>
                  <a:schemeClr val="dk1"/>
                </a:solidFill>
                <a:latin typeface="Nunito"/>
                <a:ea typeface="Nunito"/>
                <a:cs typeface="Nunito"/>
                <a:sym typeface="Nunito"/>
              </a:rPr>
              <a:t>Word2Vec base model was tuned to adapt better to new data using hyperparameters max_depth=4, max_features=0.4, min_samples_split=9</a:t>
            </a:r>
            <a:endParaRPr sz="1600">
              <a:solidFill>
                <a:schemeClr val="dk1"/>
              </a:solidFill>
              <a:latin typeface="Nunito"/>
              <a:ea typeface="Nunito"/>
              <a:cs typeface="Nunito"/>
              <a:sym typeface="Nunito"/>
            </a:endParaRPr>
          </a:p>
          <a:p>
            <a:pPr indent="-330200" lvl="0" marL="457200" rtl="0" algn="l">
              <a:lnSpc>
                <a:spcPct val="115000"/>
              </a:lnSpc>
              <a:spcBef>
                <a:spcPts val="1000"/>
              </a:spcBef>
              <a:spcAft>
                <a:spcPts val="0"/>
              </a:spcAft>
              <a:buSzPts val="1600"/>
              <a:buFont typeface="Nunito"/>
              <a:buChar char="●"/>
            </a:pPr>
            <a:r>
              <a:rPr lang="en" sz="1600">
                <a:latin typeface="Nunito"/>
                <a:ea typeface="Nunito"/>
                <a:cs typeface="Nunito"/>
                <a:sym typeface="Nunito"/>
              </a:rPr>
              <a:t>The tuned model achieves perfect scores (1.0) for accuracy, recall, precision, and F1 on the training data as compared to validation data that has an accuracy and recall of around 0.42, precision of 0.38 and F1 score of 0.40</a:t>
            </a:r>
            <a:endParaRPr sz="1600">
              <a:solidFill>
                <a:schemeClr val="dk1"/>
              </a:solidFill>
              <a:latin typeface="Nunito"/>
              <a:ea typeface="Nunito"/>
              <a:cs typeface="Nunito"/>
              <a:sym typeface="Nunito"/>
            </a:endParaRPr>
          </a:p>
          <a:p>
            <a:pPr indent="-228600" lvl="0" marL="457200" marR="0" rtl="0" algn="l">
              <a:lnSpc>
                <a:spcPct val="115000"/>
              </a:lnSpc>
              <a:spcBef>
                <a:spcPts val="1000"/>
              </a:spcBef>
              <a:spcAft>
                <a:spcPts val="0"/>
              </a:spcAft>
              <a:buClr>
                <a:srgbClr val="000000"/>
              </a:buClr>
              <a:buSzPts val="1600"/>
              <a:buFont typeface="Nunito"/>
              <a:buNone/>
            </a:pPr>
            <a:r>
              <a:t/>
            </a:r>
            <a:endParaRPr b="0" i="0" sz="1600" u="none" cap="none" strike="noStrike">
              <a:solidFill>
                <a:schemeClr val="dk1"/>
              </a:solidFill>
              <a:latin typeface="Nunito"/>
              <a:ea typeface="Nunito"/>
              <a:cs typeface="Nunito"/>
              <a:sym typeface="Nunito"/>
            </a:endParaRPr>
          </a:p>
        </p:txBody>
      </p:sp>
      <p:pic>
        <p:nvPicPr>
          <p:cNvPr id="312" name="Google Shape;312;g328aa1a437d_0_43"/>
          <p:cNvPicPr preferRelativeResize="0"/>
          <p:nvPr/>
        </p:nvPicPr>
        <p:blipFill>
          <a:blip r:embed="rId3">
            <a:alphaModFix/>
          </a:blip>
          <a:stretch>
            <a:fillRect/>
          </a:stretch>
        </p:blipFill>
        <p:spPr>
          <a:xfrm>
            <a:off x="1367874" y="2571750"/>
            <a:ext cx="2905476" cy="2571750"/>
          </a:xfrm>
          <a:prstGeom prst="rect">
            <a:avLst/>
          </a:prstGeom>
          <a:noFill/>
          <a:ln>
            <a:noFill/>
          </a:ln>
        </p:spPr>
      </p:pic>
      <p:pic>
        <p:nvPicPr>
          <p:cNvPr id="313" name="Google Shape;313;g328aa1a437d_0_43"/>
          <p:cNvPicPr preferRelativeResize="0"/>
          <p:nvPr/>
        </p:nvPicPr>
        <p:blipFill>
          <a:blip r:embed="rId4">
            <a:alphaModFix/>
          </a:blip>
          <a:stretch>
            <a:fillRect/>
          </a:stretch>
        </p:blipFill>
        <p:spPr>
          <a:xfrm>
            <a:off x="4268775" y="2571750"/>
            <a:ext cx="2787698" cy="2571750"/>
          </a:xfrm>
          <a:prstGeom prst="rect">
            <a:avLst/>
          </a:prstGeom>
          <a:noFill/>
          <a:ln>
            <a:noFill/>
          </a:ln>
        </p:spPr>
      </p:pic>
      <p:sp>
        <p:nvSpPr>
          <p:cNvPr id="314" name="Google Shape;314;g328aa1a437d_0_43"/>
          <p:cNvSpPr txBox="1"/>
          <p:nvPr/>
        </p:nvSpPr>
        <p:spPr>
          <a:xfrm>
            <a:off x="2077850" y="2269675"/>
            <a:ext cx="1440600" cy="28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latin typeface="Nunito"/>
                <a:ea typeface="Nunito"/>
                <a:cs typeface="Nunito"/>
                <a:sym typeface="Nunito"/>
              </a:rPr>
              <a:t>Training Data</a:t>
            </a:r>
            <a:endParaRPr b="1" sz="1500">
              <a:solidFill>
                <a:schemeClr val="dk2"/>
              </a:solidFill>
              <a:latin typeface="Nunito"/>
              <a:ea typeface="Nunito"/>
              <a:cs typeface="Nunito"/>
              <a:sym typeface="Nunito"/>
            </a:endParaRPr>
          </a:p>
        </p:txBody>
      </p:sp>
      <p:sp>
        <p:nvSpPr>
          <p:cNvPr id="315" name="Google Shape;315;g328aa1a437d_0_43"/>
          <p:cNvSpPr txBox="1"/>
          <p:nvPr/>
        </p:nvSpPr>
        <p:spPr>
          <a:xfrm>
            <a:off x="4942325" y="2269675"/>
            <a:ext cx="1628400" cy="28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latin typeface="Nunito"/>
                <a:ea typeface="Nunito"/>
                <a:cs typeface="Nunito"/>
                <a:sym typeface="Nunito"/>
              </a:rPr>
              <a:t>Validation </a:t>
            </a:r>
            <a:r>
              <a:rPr b="1" lang="en" sz="1500">
                <a:solidFill>
                  <a:schemeClr val="dk2"/>
                </a:solidFill>
                <a:latin typeface="Nunito"/>
                <a:ea typeface="Nunito"/>
                <a:cs typeface="Nunito"/>
                <a:sym typeface="Nunito"/>
              </a:rPr>
              <a:t>Data</a:t>
            </a:r>
            <a:endParaRPr b="1" sz="1500">
              <a:solidFill>
                <a:schemeClr val="dk2"/>
              </a:solidFill>
              <a:latin typeface="Nunito"/>
              <a:ea typeface="Nunito"/>
              <a:cs typeface="Nunito"/>
              <a:sym typeface="Nuni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g32a6e2ec713_0_67"/>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350">
                <a:solidFill>
                  <a:srgbClr val="0E39A9"/>
                </a:solidFill>
              </a:rPr>
              <a:t>Sentiment Analysis - Model Improvement</a:t>
            </a:r>
            <a:endParaRPr sz="2350">
              <a:solidFill>
                <a:srgbClr val="0E39A9"/>
              </a:solidFill>
            </a:endParaRPr>
          </a:p>
        </p:txBody>
      </p:sp>
      <p:sp>
        <p:nvSpPr>
          <p:cNvPr id="321" name="Google Shape;321;g32a6e2ec713_0_67"/>
          <p:cNvSpPr txBox="1"/>
          <p:nvPr/>
        </p:nvSpPr>
        <p:spPr>
          <a:xfrm>
            <a:off x="325250" y="656075"/>
            <a:ext cx="8397900" cy="16920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1000"/>
              </a:spcBef>
              <a:spcAft>
                <a:spcPts val="0"/>
              </a:spcAft>
              <a:buClr>
                <a:srgbClr val="000000"/>
              </a:buClr>
              <a:buSzPts val="1600"/>
              <a:buFont typeface="Nunito"/>
              <a:buChar char="●"/>
            </a:pPr>
            <a:r>
              <a:rPr lang="en" sz="1600">
                <a:solidFill>
                  <a:schemeClr val="dk1"/>
                </a:solidFill>
                <a:latin typeface="Nunito"/>
                <a:ea typeface="Nunito"/>
                <a:cs typeface="Nunito"/>
                <a:sym typeface="Nunito"/>
              </a:rPr>
              <a:t>GloVe </a:t>
            </a:r>
            <a:r>
              <a:rPr lang="en" sz="1600">
                <a:solidFill>
                  <a:schemeClr val="dk1"/>
                </a:solidFill>
                <a:latin typeface="Nunito"/>
                <a:ea typeface="Nunito"/>
                <a:cs typeface="Nunito"/>
                <a:sym typeface="Nunito"/>
              </a:rPr>
              <a:t>base model was tuned to adapt better to new data using hyperparameters of max_depth=6, max_features=0.4, min_samples_split=9</a:t>
            </a:r>
            <a:endParaRPr sz="1600">
              <a:solidFill>
                <a:schemeClr val="dk1"/>
              </a:solidFill>
              <a:latin typeface="Nunito"/>
              <a:ea typeface="Nunito"/>
              <a:cs typeface="Nunito"/>
              <a:sym typeface="Nunito"/>
            </a:endParaRPr>
          </a:p>
          <a:p>
            <a:pPr indent="-330200" lvl="0" marL="457200" rtl="0" algn="l">
              <a:lnSpc>
                <a:spcPct val="115000"/>
              </a:lnSpc>
              <a:spcBef>
                <a:spcPts val="1000"/>
              </a:spcBef>
              <a:spcAft>
                <a:spcPts val="0"/>
              </a:spcAft>
              <a:buSzPts val="1600"/>
              <a:buFont typeface="Nunito"/>
              <a:buChar char="●"/>
            </a:pPr>
            <a:r>
              <a:rPr lang="en" sz="1600">
                <a:latin typeface="Nunito"/>
                <a:ea typeface="Nunito"/>
                <a:cs typeface="Nunito"/>
                <a:sym typeface="Nunito"/>
              </a:rPr>
              <a:t>T</a:t>
            </a:r>
            <a:r>
              <a:rPr lang="en" sz="1600">
                <a:latin typeface="Nunito"/>
                <a:ea typeface="Nunito"/>
                <a:cs typeface="Nunito"/>
                <a:sym typeface="Nunito"/>
              </a:rPr>
              <a:t>he tuned model achieves perfect scores (1.0) for accuracy, recall, precision, and F1 on the training data as compared to validation data that has an accuracy and recall of around 0.42, precision of 0.38 and F1 score of 0.40</a:t>
            </a:r>
            <a:endParaRPr b="0" i="0" sz="1600" u="none" cap="none" strike="noStrike">
              <a:solidFill>
                <a:schemeClr val="dk1"/>
              </a:solidFill>
              <a:latin typeface="Nunito"/>
              <a:ea typeface="Nunito"/>
              <a:cs typeface="Nunito"/>
              <a:sym typeface="Nunito"/>
            </a:endParaRPr>
          </a:p>
        </p:txBody>
      </p:sp>
      <p:sp>
        <p:nvSpPr>
          <p:cNvPr id="322" name="Google Shape;322;g32a6e2ec713_0_67"/>
          <p:cNvSpPr txBox="1"/>
          <p:nvPr/>
        </p:nvSpPr>
        <p:spPr>
          <a:xfrm>
            <a:off x="2077850" y="2269675"/>
            <a:ext cx="1440600" cy="28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latin typeface="Nunito"/>
                <a:ea typeface="Nunito"/>
                <a:cs typeface="Nunito"/>
                <a:sym typeface="Nunito"/>
              </a:rPr>
              <a:t>Training Data</a:t>
            </a:r>
            <a:endParaRPr b="1" sz="1500">
              <a:solidFill>
                <a:schemeClr val="dk2"/>
              </a:solidFill>
              <a:latin typeface="Nunito"/>
              <a:ea typeface="Nunito"/>
              <a:cs typeface="Nunito"/>
              <a:sym typeface="Nunito"/>
            </a:endParaRPr>
          </a:p>
        </p:txBody>
      </p:sp>
      <p:sp>
        <p:nvSpPr>
          <p:cNvPr id="323" name="Google Shape;323;g32a6e2ec713_0_67"/>
          <p:cNvSpPr txBox="1"/>
          <p:nvPr/>
        </p:nvSpPr>
        <p:spPr>
          <a:xfrm>
            <a:off x="4942325" y="2269675"/>
            <a:ext cx="1628400" cy="28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latin typeface="Nunito"/>
                <a:ea typeface="Nunito"/>
                <a:cs typeface="Nunito"/>
                <a:sym typeface="Nunito"/>
              </a:rPr>
              <a:t>Validation Data</a:t>
            </a:r>
            <a:endParaRPr b="1" sz="1500">
              <a:solidFill>
                <a:schemeClr val="dk2"/>
              </a:solidFill>
              <a:latin typeface="Nunito"/>
              <a:ea typeface="Nunito"/>
              <a:cs typeface="Nunito"/>
              <a:sym typeface="Nunito"/>
            </a:endParaRPr>
          </a:p>
        </p:txBody>
      </p:sp>
      <p:pic>
        <p:nvPicPr>
          <p:cNvPr id="324" name="Google Shape;324;g32a6e2ec713_0_67"/>
          <p:cNvPicPr preferRelativeResize="0"/>
          <p:nvPr/>
        </p:nvPicPr>
        <p:blipFill>
          <a:blip r:embed="rId3">
            <a:alphaModFix/>
          </a:blip>
          <a:stretch>
            <a:fillRect/>
          </a:stretch>
        </p:blipFill>
        <p:spPr>
          <a:xfrm>
            <a:off x="1472687" y="2607975"/>
            <a:ext cx="2703239" cy="2392725"/>
          </a:xfrm>
          <a:prstGeom prst="rect">
            <a:avLst/>
          </a:prstGeom>
          <a:noFill/>
          <a:ln>
            <a:noFill/>
          </a:ln>
        </p:spPr>
      </p:pic>
      <p:pic>
        <p:nvPicPr>
          <p:cNvPr id="325" name="Google Shape;325;g32a6e2ec713_0_67"/>
          <p:cNvPicPr preferRelativeResize="0"/>
          <p:nvPr/>
        </p:nvPicPr>
        <p:blipFill>
          <a:blip r:embed="rId4">
            <a:alphaModFix/>
          </a:blip>
          <a:stretch>
            <a:fillRect/>
          </a:stretch>
        </p:blipFill>
        <p:spPr>
          <a:xfrm>
            <a:off x="4328325" y="2598376"/>
            <a:ext cx="2593650" cy="239272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g32a6e2ec713_0_78"/>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350">
                <a:solidFill>
                  <a:srgbClr val="0E39A9"/>
                </a:solidFill>
              </a:rPr>
              <a:t>Sentiment Analysis - Model Improvement</a:t>
            </a:r>
            <a:endParaRPr sz="2350">
              <a:solidFill>
                <a:srgbClr val="0E39A9"/>
              </a:solidFill>
            </a:endParaRPr>
          </a:p>
        </p:txBody>
      </p:sp>
      <p:sp>
        <p:nvSpPr>
          <p:cNvPr id="331" name="Google Shape;331;g32a6e2ec713_0_78"/>
          <p:cNvSpPr txBox="1"/>
          <p:nvPr/>
        </p:nvSpPr>
        <p:spPr>
          <a:xfrm>
            <a:off x="325250" y="656075"/>
            <a:ext cx="8397900" cy="21036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1000"/>
              </a:spcBef>
              <a:spcAft>
                <a:spcPts val="0"/>
              </a:spcAft>
              <a:buClr>
                <a:srgbClr val="000000"/>
              </a:buClr>
              <a:buSzPts val="1600"/>
              <a:buFont typeface="Nunito"/>
              <a:buChar char="●"/>
            </a:pPr>
            <a:r>
              <a:rPr lang="en" sz="1600">
                <a:solidFill>
                  <a:schemeClr val="dk1"/>
                </a:solidFill>
                <a:latin typeface="Nunito"/>
                <a:ea typeface="Nunito"/>
                <a:cs typeface="Nunito"/>
                <a:sym typeface="Nunito"/>
              </a:rPr>
              <a:t>Sentence Transformer </a:t>
            </a:r>
            <a:r>
              <a:rPr lang="en" sz="1600">
                <a:solidFill>
                  <a:schemeClr val="dk1"/>
                </a:solidFill>
                <a:latin typeface="Nunito"/>
                <a:ea typeface="Nunito"/>
                <a:cs typeface="Nunito"/>
                <a:sym typeface="Nunito"/>
              </a:rPr>
              <a:t>base model was tuned to adapt better to new data </a:t>
            </a:r>
            <a:r>
              <a:rPr lang="en" sz="1600">
                <a:solidFill>
                  <a:schemeClr val="dk1"/>
                </a:solidFill>
                <a:latin typeface="Nunito"/>
                <a:ea typeface="Nunito"/>
                <a:cs typeface="Nunito"/>
                <a:sym typeface="Nunito"/>
              </a:rPr>
              <a:t>using hyperparameters of max_features='log2', min_samples_split=9</a:t>
            </a:r>
            <a:endParaRPr sz="1600">
              <a:solidFill>
                <a:schemeClr val="dk1"/>
              </a:solidFill>
              <a:latin typeface="Nunito"/>
              <a:ea typeface="Nunito"/>
              <a:cs typeface="Nunito"/>
              <a:sym typeface="Nunito"/>
            </a:endParaRPr>
          </a:p>
          <a:p>
            <a:pPr indent="-330200" lvl="0" marL="457200" rtl="0" algn="l">
              <a:lnSpc>
                <a:spcPct val="115000"/>
              </a:lnSpc>
              <a:spcBef>
                <a:spcPts val="1000"/>
              </a:spcBef>
              <a:spcAft>
                <a:spcPts val="0"/>
              </a:spcAft>
              <a:buSzPts val="1600"/>
              <a:buFont typeface="Nunito"/>
              <a:buChar char="●"/>
            </a:pPr>
            <a:r>
              <a:rPr lang="en" sz="1600">
                <a:latin typeface="Nunito"/>
                <a:ea typeface="Nunito"/>
                <a:cs typeface="Nunito"/>
                <a:sym typeface="Nunito"/>
              </a:rPr>
              <a:t>The tuned model achieves perfect scores (1.0) for accuracy, recall, precision, and F1 on the training data as compared to validation data that has an accuracy and recall of around 0.42, precision of 0.38 and F1 score of 0.40</a:t>
            </a:r>
            <a:endParaRPr sz="1600">
              <a:solidFill>
                <a:schemeClr val="dk1"/>
              </a:solidFill>
              <a:latin typeface="Nunito"/>
              <a:ea typeface="Nunito"/>
              <a:cs typeface="Nunito"/>
              <a:sym typeface="Nunito"/>
            </a:endParaRPr>
          </a:p>
          <a:p>
            <a:pPr indent="-228600" lvl="0" marL="457200" marR="0" rtl="0" algn="l">
              <a:lnSpc>
                <a:spcPct val="115000"/>
              </a:lnSpc>
              <a:spcBef>
                <a:spcPts val="1000"/>
              </a:spcBef>
              <a:spcAft>
                <a:spcPts val="0"/>
              </a:spcAft>
              <a:buClr>
                <a:srgbClr val="000000"/>
              </a:buClr>
              <a:buSzPts val="1600"/>
              <a:buFont typeface="Nunito"/>
              <a:buNone/>
            </a:pPr>
            <a:r>
              <a:t/>
            </a:r>
            <a:endParaRPr b="0" i="0" sz="1600" u="none" cap="none" strike="noStrike">
              <a:solidFill>
                <a:schemeClr val="dk1"/>
              </a:solidFill>
              <a:latin typeface="Nunito"/>
              <a:ea typeface="Nunito"/>
              <a:cs typeface="Nunito"/>
              <a:sym typeface="Nunito"/>
            </a:endParaRPr>
          </a:p>
        </p:txBody>
      </p:sp>
      <p:sp>
        <p:nvSpPr>
          <p:cNvPr id="332" name="Google Shape;332;g32a6e2ec713_0_78"/>
          <p:cNvSpPr txBox="1"/>
          <p:nvPr/>
        </p:nvSpPr>
        <p:spPr>
          <a:xfrm>
            <a:off x="2077850" y="2269675"/>
            <a:ext cx="1440600" cy="28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latin typeface="Nunito"/>
                <a:ea typeface="Nunito"/>
                <a:cs typeface="Nunito"/>
                <a:sym typeface="Nunito"/>
              </a:rPr>
              <a:t>Training Data</a:t>
            </a:r>
            <a:endParaRPr b="1" sz="1500">
              <a:solidFill>
                <a:schemeClr val="dk2"/>
              </a:solidFill>
              <a:latin typeface="Nunito"/>
              <a:ea typeface="Nunito"/>
              <a:cs typeface="Nunito"/>
              <a:sym typeface="Nunito"/>
            </a:endParaRPr>
          </a:p>
        </p:txBody>
      </p:sp>
      <p:sp>
        <p:nvSpPr>
          <p:cNvPr id="333" name="Google Shape;333;g32a6e2ec713_0_78"/>
          <p:cNvSpPr txBox="1"/>
          <p:nvPr/>
        </p:nvSpPr>
        <p:spPr>
          <a:xfrm>
            <a:off x="4866125" y="2269675"/>
            <a:ext cx="1628400" cy="28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latin typeface="Nunito"/>
                <a:ea typeface="Nunito"/>
                <a:cs typeface="Nunito"/>
                <a:sym typeface="Nunito"/>
              </a:rPr>
              <a:t>Validation Data</a:t>
            </a:r>
            <a:endParaRPr b="1" sz="1500">
              <a:solidFill>
                <a:schemeClr val="dk2"/>
              </a:solidFill>
              <a:latin typeface="Nunito"/>
              <a:ea typeface="Nunito"/>
              <a:cs typeface="Nunito"/>
              <a:sym typeface="Nunito"/>
            </a:endParaRPr>
          </a:p>
        </p:txBody>
      </p:sp>
      <p:pic>
        <p:nvPicPr>
          <p:cNvPr id="334" name="Google Shape;334;g32a6e2ec713_0_78"/>
          <p:cNvPicPr preferRelativeResize="0"/>
          <p:nvPr/>
        </p:nvPicPr>
        <p:blipFill>
          <a:blip r:embed="rId3">
            <a:alphaModFix/>
          </a:blip>
          <a:stretch>
            <a:fillRect/>
          </a:stretch>
        </p:blipFill>
        <p:spPr>
          <a:xfrm>
            <a:off x="1523386" y="2571750"/>
            <a:ext cx="2733314" cy="2419350"/>
          </a:xfrm>
          <a:prstGeom prst="rect">
            <a:avLst/>
          </a:prstGeom>
          <a:noFill/>
          <a:ln>
            <a:noFill/>
          </a:ln>
        </p:spPr>
      </p:pic>
      <p:pic>
        <p:nvPicPr>
          <p:cNvPr id="335" name="Google Shape;335;g32a6e2ec713_0_78"/>
          <p:cNvPicPr preferRelativeResize="0"/>
          <p:nvPr/>
        </p:nvPicPr>
        <p:blipFill>
          <a:blip r:embed="rId4">
            <a:alphaModFix/>
          </a:blip>
          <a:stretch>
            <a:fillRect/>
          </a:stretch>
        </p:blipFill>
        <p:spPr>
          <a:xfrm>
            <a:off x="4332900" y="2571750"/>
            <a:ext cx="2677913" cy="24193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10"/>
          <p:cNvSpPr txBox="1"/>
          <p:nvPr/>
        </p:nvSpPr>
        <p:spPr>
          <a:xfrm>
            <a:off x="3993025" y="2061500"/>
            <a:ext cx="1581300" cy="24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latin typeface="Nunito"/>
                <a:ea typeface="Nunito"/>
                <a:cs typeface="Nunito"/>
                <a:sym typeface="Nunito"/>
              </a:rPr>
              <a:t>Training Data</a:t>
            </a:r>
            <a:endParaRPr b="1" sz="1500">
              <a:solidFill>
                <a:schemeClr val="dk2"/>
              </a:solidFill>
              <a:latin typeface="Nunito"/>
              <a:ea typeface="Nunito"/>
              <a:cs typeface="Nunito"/>
              <a:sym typeface="Nunito"/>
            </a:endParaRPr>
          </a:p>
        </p:txBody>
      </p:sp>
      <p:sp>
        <p:nvSpPr>
          <p:cNvPr id="341" name="Google Shape;341;p10"/>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350">
                <a:solidFill>
                  <a:srgbClr val="0E39A9"/>
                </a:solidFill>
              </a:rPr>
              <a:t>Sentiment Analysis – Model Performance Comparison</a:t>
            </a:r>
            <a:endParaRPr sz="2350">
              <a:solidFill>
                <a:srgbClr val="0E39A9"/>
              </a:solidFill>
            </a:endParaRPr>
          </a:p>
        </p:txBody>
      </p:sp>
      <p:sp>
        <p:nvSpPr>
          <p:cNvPr id="342" name="Google Shape;342;p10"/>
          <p:cNvSpPr txBox="1"/>
          <p:nvPr/>
        </p:nvSpPr>
        <p:spPr>
          <a:xfrm>
            <a:off x="325250" y="808475"/>
            <a:ext cx="8397900" cy="8424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1000"/>
              </a:spcBef>
              <a:spcAft>
                <a:spcPts val="0"/>
              </a:spcAft>
              <a:buClr>
                <a:srgbClr val="000000"/>
              </a:buClr>
              <a:buSzPts val="1600"/>
              <a:buFont typeface="Nunito"/>
              <a:buChar char="●"/>
            </a:pPr>
            <a:r>
              <a:rPr lang="en" sz="1600">
                <a:latin typeface="Nunito"/>
                <a:ea typeface="Nunito"/>
                <a:cs typeface="Nunito"/>
                <a:sym typeface="Nunito"/>
              </a:rPr>
              <a:t>Training data performance In the tuned models was same as that of </a:t>
            </a:r>
            <a:r>
              <a:rPr lang="en" sz="1600">
                <a:latin typeface="Nunito"/>
                <a:ea typeface="Nunito"/>
                <a:cs typeface="Nunito"/>
                <a:sym typeface="Nunito"/>
              </a:rPr>
              <a:t>the</a:t>
            </a:r>
            <a:r>
              <a:rPr lang="en" sz="1600">
                <a:latin typeface="Nunito"/>
                <a:ea typeface="Nunito"/>
                <a:cs typeface="Nunito"/>
                <a:sym typeface="Nunito"/>
              </a:rPr>
              <a:t> base models</a:t>
            </a:r>
            <a:endParaRPr sz="1600">
              <a:latin typeface="Nunito"/>
              <a:ea typeface="Nunito"/>
              <a:cs typeface="Nunito"/>
              <a:sym typeface="Nunito"/>
            </a:endParaRPr>
          </a:p>
          <a:p>
            <a:pPr indent="-228600" lvl="0" marL="457200" marR="0" rtl="0" algn="l">
              <a:lnSpc>
                <a:spcPct val="115000"/>
              </a:lnSpc>
              <a:spcBef>
                <a:spcPts val="1000"/>
              </a:spcBef>
              <a:spcAft>
                <a:spcPts val="0"/>
              </a:spcAft>
              <a:buClr>
                <a:srgbClr val="000000"/>
              </a:buClr>
              <a:buSzPts val="1600"/>
              <a:buFont typeface="Nunito"/>
              <a:buNone/>
            </a:pPr>
            <a:r>
              <a:t/>
            </a:r>
            <a:endParaRPr b="0" i="0" sz="1600" u="none" cap="none" strike="noStrike">
              <a:solidFill>
                <a:schemeClr val="dk1"/>
              </a:solidFill>
              <a:latin typeface="Nunito"/>
              <a:ea typeface="Nunito"/>
              <a:cs typeface="Nunito"/>
              <a:sym typeface="Nunito"/>
            </a:endParaRPr>
          </a:p>
        </p:txBody>
      </p:sp>
      <p:graphicFrame>
        <p:nvGraphicFramePr>
          <p:cNvPr id="343" name="Google Shape;343;p10"/>
          <p:cNvGraphicFramePr/>
          <p:nvPr/>
        </p:nvGraphicFramePr>
        <p:xfrm>
          <a:off x="2155163" y="2452975"/>
          <a:ext cx="3000000" cy="3000000"/>
        </p:xfrm>
        <a:graphic>
          <a:graphicData uri="http://schemas.openxmlformats.org/drawingml/2006/table">
            <a:tbl>
              <a:tblPr>
                <a:noFill/>
                <a:tableStyleId>{501A84E0-5C8D-4233-A7C5-8CDBBAD691D2}</a:tableStyleId>
              </a:tblPr>
              <a:tblGrid>
                <a:gridCol w="993825"/>
                <a:gridCol w="1276025"/>
                <a:gridCol w="1229000"/>
                <a:gridCol w="1334825"/>
              </a:tblGrid>
              <a:tr h="381000">
                <a:tc>
                  <a:txBody>
                    <a:bodyPr/>
                    <a:lstStyle/>
                    <a:p>
                      <a:pPr indent="0" lvl="0" marL="0" rtl="0" algn="l">
                        <a:spcBef>
                          <a:spcPts val="0"/>
                        </a:spcBef>
                        <a:spcAft>
                          <a:spcPts val="0"/>
                        </a:spcAft>
                        <a:buNone/>
                      </a:pPr>
                      <a:r>
                        <a:rPr b="1" lang="en">
                          <a:solidFill>
                            <a:srgbClr val="031239"/>
                          </a:solidFill>
                        </a:rPr>
                        <a:t>Metric</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lnSpc>
                          <a:spcPct val="115000"/>
                        </a:lnSpc>
                        <a:spcBef>
                          <a:spcPts val="0"/>
                        </a:spcBef>
                        <a:spcAft>
                          <a:spcPts val="0"/>
                        </a:spcAft>
                        <a:buNone/>
                      </a:pPr>
                      <a:r>
                        <a:rPr b="1" lang="en">
                          <a:solidFill>
                            <a:srgbClr val="031239"/>
                          </a:solidFill>
                        </a:rPr>
                        <a:t>Tuned Model (Word2Vec)</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lnSpc>
                          <a:spcPct val="115000"/>
                        </a:lnSpc>
                        <a:spcBef>
                          <a:spcPts val="0"/>
                        </a:spcBef>
                        <a:spcAft>
                          <a:spcPts val="0"/>
                        </a:spcAft>
                        <a:buNone/>
                      </a:pPr>
                      <a:r>
                        <a:rPr b="1" lang="en">
                          <a:solidFill>
                            <a:srgbClr val="031239"/>
                          </a:solidFill>
                        </a:rPr>
                        <a:t>Tuned Model (GloVe)</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lnSpc>
                          <a:spcPct val="115000"/>
                        </a:lnSpc>
                        <a:spcBef>
                          <a:spcPts val="0"/>
                        </a:spcBef>
                        <a:spcAft>
                          <a:spcPts val="0"/>
                        </a:spcAft>
                        <a:buNone/>
                      </a:pPr>
                      <a:r>
                        <a:rPr b="1" lang="en">
                          <a:solidFill>
                            <a:srgbClr val="031239"/>
                          </a:solidFill>
                        </a:rPr>
                        <a:t>Tuned Model (Sentence Transformer)</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r>
              <a:tr h="381000">
                <a:tc>
                  <a:txBody>
                    <a:bodyPr/>
                    <a:lstStyle/>
                    <a:p>
                      <a:pPr indent="0" lvl="0" marL="0" rtl="0" algn="l">
                        <a:spcBef>
                          <a:spcPts val="0"/>
                        </a:spcBef>
                        <a:spcAft>
                          <a:spcPts val="0"/>
                        </a:spcAft>
                        <a:buNone/>
                      </a:pPr>
                      <a:r>
                        <a:rPr b="1" lang="en">
                          <a:solidFill>
                            <a:srgbClr val="031239"/>
                          </a:solidFill>
                        </a:rPr>
                        <a:t>Accuracy</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spcBef>
                          <a:spcPts val="0"/>
                        </a:spcBef>
                        <a:spcAft>
                          <a:spcPts val="0"/>
                        </a:spcAft>
                        <a:buNone/>
                      </a:pPr>
                      <a:r>
                        <a:rPr lang="en">
                          <a:solidFill>
                            <a:srgbClr val="031239"/>
                          </a:solidFill>
                        </a:rPr>
                        <a:t>1.0</a:t>
                      </a:r>
                      <a:endParaRPr>
                        <a:solidFill>
                          <a:srgbClr val="031239"/>
                        </a:solidFill>
                      </a:endParaRPr>
                    </a:p>
                  </a:txBody>
                  <a:tcPr marT="91425" marB="91425" marR="91425" marL="91425" anchor="ctr">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31239"/>
                          </a:solidFill>
                        </a:rPr>
                        <a:t>1.0</a:t>
                      </a:r>
                      <a:endParaRPr>
                        <a:solidFill>
                          <a:srgbClr val="031239"/>
                        </a:solidFill>
                      </a:endParaRPr>
                    </a:p>
                  </a:txBody>
                  <a:tcPr marT="91425" marB="91425" marR="91425" marL="91425" anchor="ctr">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31239"/>
                          </a:solidFill>
                        </a:rPr>
                        <a:t>1.0</a:t>
                      </a:r>
                      <a:endParaRPr>
                        <a:solidFill>
                          <a:srgbClr val="031239"/>
                        </a:solidFill>
                      </a:endParaRPr>
                    </a:p>
                  </a:txBody>
                  <a:tcPr marT="91425" marB="91425" marR="91425" marL="91425" anchor="ctr">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solidFill>
                            <a:srgbClr val="031239"/>
                          </a:solidFill>
                        </a:rPr>
                        <a:t>Recall</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spcBef>
                          <a:spcPts val="0"/>
                        </a:spcBef>
                        <a:spcAft>
                          <a:spcPts val="0"/>
                        </a:spcAft>
                        <a:buNone/>
                      </a:pPr>
                      <a:r>
                        <a:rPr lang="en">
                          <a:solidFill>
                            <a:srgbClr val="031239"/>
                          </a:solidFill>
                        </a:rPr>
                        <a:t>1.0</a:t>
                      </a:r>
                      <a:endParaRPr>
                        <a:solidFill>
                          <a:srgbClr val="031239"/>
                        </a:solidFill>
                      </a:endParaRPr>
                    </a:p>
                  </a:txBody>
                  <a:tcPr marT="91425" marB="91425" marR="91425" marL="91425" anchor="ctr">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31239"/>
                          </a:solidFill>
                        </a:rPr>
                        <a:t>1.0</a:t>
                      </a:r>
                      <a:endParaRPr>
                        <a:solidFill>
                          <a:srgbClr val="031239"/>
                        </a:solidFill>
                      </a:endParaRPr>
                    </a:p>
                  </a:txBody>
                  <a:tcPr marT="91425" marB="91425" marR="91425" marL="91425" anchor="ctr">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31239"/>
                          </a:solidFill>
                        </a:rPr>
                        <a:t>1.0</a:t>
                      </a:r>
                      <a:endParaRPr>
                        <a:solidFill>
                          <a:srgbClr val="031239"/>
                        </a:solidFill>
                      </a:endParaRPr>
                    </a:p>
                  </a:txBody>
                  <a:tcPr marT="91425" marB="91425" marR="91425" marL="91425" anchor="ctr">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solidFill>
                            <a:srgbClr val="031239"/>
                          </a:solidFill>
                        </a:rPr>
                        <a:t>Precision</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spcBef>
                          <a:spcPts val="0"/>
                        </a:spcBef>
                        <a:spcAft>
                          <a:spcPts val="0"/>
                        </a:spcAft>
                        <a:buNone/>
                      </a:pPr>
                      <a:r>
                        <a:rPr lang="en">
                          <a:solidFill>
                            <a:srgbClr val="031239"/>
                          </a:solidFill>
                        </a:rPr>
                        <a:t>1.0</a:t>
                      </a:r>
                      <a:endParaRPr>
                        <a:solidFill>
                          <a:srgbClr val="031239"/>
                        </a:solidFill>
                      </a:endParaRPr>
                    </a:p>
                  </a:txBody>
                  <a:tcPr marT="91425" marB="91425" marR="91425" marL="91425" anchor="ctr">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31239"/>
                          </a:solidFill>
                        </a:rPr>
                        <a:t>1.0</a:t>
                      </a:r>
                      <a:endParaRPr>
                        <a:solidFill>
                          <a:srgbClr val="031239"/>
                        </a:solidFill>
                      </a:endParaRPr>
                    </a:p>
                  </a:txBody>
                  <a:tcPr marT="91425" marB="91425" marR="91425" marL="91425" anchor="ctr">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31239"/>
                          </a:solidFill>
                        </a:rPr>
                        <a:t>1.0</a:t>
                      </a:r>
                      <a:endParaRPr>
                        <a:solidFill>
                          <a:srgbClr val="031239"/>
                        </a:solidFill>
                      </a:endParaRPr>
                    </a:p>
                  </a:txBody>
                  <a:tcPr marT="91425" marB="91425" marR="91425" marL="91425" anchor="ctr">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solidFill>
                            <a:srgbClr val="031239"/>
                          </a:solidFill>
                        </a:rPr>
                        <a:t>F1</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spcBef>
                          <a:spcPts val="0"/>
                        </a:spcBef>
                        <a:spcAft>
                          <a:spcPts val="0"/>
                        </a:spcAft>
                        <a:buNone/>
                      </a:pPr>
                      <a:r>
                        <a:rPr lang="en">
                          <a:solidFill>
                            <a:srgbClr val="031239"/>
                          </a:solidFill>
                        </a:rPr>
                        <a:t>1.0</a:t>
                      </a:r>
                      <a:endParaRPr>
                        <a:solidFill>
                          <a:srgbClr val="031239"/>
                        </a:solidFill>
                      </a:endParaRPr>
                    </a:p>
                  </a:txBody>
                  <a:tcPr marT="91425" marB="91425" marR="91425" marL="91425" anchor="ctr">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31239"/>
                          </a:solidFill>
                        </a:rPr>
                        <a:t>1.0</a:t>
                      </a:r>
                      <a:endParaRPr>
                        <a:solidFill>
                          <a:srgbClr val="031239"/>
                        </a:solidFill>
                      </a:endParaRPr>
                    </a:p>
                  </a:txBody>
                  <a:tcPr marT="91425" marB="91425" marR="91425" marL="91425" anchor="ctr">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31239"/>
                          </a:solidFill>
                        </a:rPr>
                        <a:t>1.0</a:t>
                      </a:r>
                      <a:endParaRPr>
                        <a:solidFill>
                          <a:srgbClr val="031239"/>
                        </a:solidFill>
                      </a:endParaRPr>
                    </a:p>
                  </a:txBody>
                  <a:tcPr marT="91425" marB="91425" marR="91425" marL="91425" anchor="ctr">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2a6e2ec713_0_61"/>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350">
                <a:solidFill>
                  <a:srgbClr val="0E39A9"/>
                </a:solidFill>
              </a:rPr>
              <a:t>Sentiment Analysis – Model Performance Comparison</a:t>
            </a:r>
            <a:endParaRPr sz="2350">
              <a:solidFill>
                <a:srgbClr val="0E39A9"/>
              </a:solidFill>
            </a:endParaRPr>
          </a:p>
        </p:txBody>
      </p:sp>
      <p:sp>
        <p:nvSpPr>
          <p:cNvPr id="349" name="Google Shape;349;g32a6e2ec713_0_61"/>
          <p:cNvSpPr txBox="1"/>
          <p:nvPr/>
        </p:nvSpPr>
        <p:spPr>
          <a:xfrm>
            <a:off x="325250" y="579875"/>
            <a:ext cx="8397900" cy="1734300"/>
          </a:xfrm>
          <a:prstGeom prst="rect">
            <a:avLst/>
          </a:prstGeom>
          <a:noFill/>
          <a:ln>
            <a:noFill/>
          </a:ln>
        </p:spPr>
        <p:txBody>
          <a:bodyPr anchorCtr="0" anchor="t" bIns="91425" lIns="91425" spcFirstLastPara="1" rIns="91425" wrap="square" tIns="91425">
            <a:spAutoFit/>
          </a:bodyPr>
          <a:lstStyle/>
          <a:p>
            <a:pPr indent="-323850" lvl="0" marL="457200" marR="0" rtl="0" algn="l">
              <a:lnSpc>
                <a:spcPct val="115000"/>
              </a:lnSpc>
              <a:spcBef>
                <a:spcPts val="1000"/>
              </a:spcBef>
              <a:spcAft>
                <a:spcPts val="0"/>
              </a:spcAft>
              <a:buClr>
                <a:srgbClr val="000000"/>
              </a:buClr>
              <a:buSzPts val="1500"/>
              <a:buFont typeface="Nunito"/>
              <a:buChar char="●"/>
            </a:pPr>
            <a:r>
              <a:rPr lang="en" sz="1500">
                <a:latin typeface="Nunito"/>
                <a:ea typeface="Nunito"/>
                <a:cs typeface="Nunito"/>
                <a:sym typeface="Nunito"/>
              </a:rPr>
              <a:t>The tuned models performance was overall much better than the base models</a:t>
            </a:r>
            <a:endParaRPr sz="1500">
              <a:latin typeface="Nunito"/>
              <a:ea typeface="Nunito"/>
              <a:cs typeface="Nunito"/>
              <a:sym typeface="Nunito"/>
            </a:endParaRPr>
          </a:p>
          <a:p>
            <a:pPr indent="-323850" lvl="0" marL="457200" marR="0" rtl="0" algn="l">
              <a:lnSpc>
                <a:spcPct val="115000"/>
              </a:lnSpc>
              <a:spcBef>
                <a:spcPts val="1000"/>
              </a:spcBef>
              <a:spcAft>
                <a:spcPts val="0"/>
              </a:spcAft>
              <a:buSzPts val="1500"/>
              <a:buFont typeface="Nunito"/>
              <a:buChar char="●"/>
            </a:pPr>
            <a:r>
              <a:rPr lang="en" sz="1500">
                <a:latin typeface="Nunito"/>
                <a:ea typeface="Nunito"/>
                <a:cs typeface="Nunito"/>
                <a:sym typeface="Nunito"/>
              </a:rPr>
              <a:t>Sentence Transformer model had the highest value of accuracy and recall where as GloVe model seemed to have better overall values of accuracy and recall of 0.52 and precision of 0.48 and F1 score of 0.49</a:t>
            </a:r>
            <a:endParaRPr sz="1500">
              <a:latin typeface="Nunito"/>
              <a:ea typeface="Nunito"/>
              <a:cs typeface="Nunito"/>
              <a:sym typeface="Nunito"/>
            </a:endParaRPr>
          </a:p>
          <a:p>
            <a:pPr indent="-323850" lvl="0" marL="457200" marR="0" rtl="0" algn="l">
              <a:lnSpc>
                <a:spcPct val="115000"/>
              </a:lnSpc>
              <a:spcBef>
                <a:spcPts val="1000"/>
              </a:spcBef>
              <a:spcAft>
                <a:spcPts val="0"/>
              </a:spcAft>
              <a:buSzPts val="1500"/>
              <a:buFont typeface="Nunito"/>
              <a:buChar char="●"/>
            </a:pPr>
            <a:r>
              <a:rPr lang="en" sz="1500">
                <a:solidFill>
                  <a:schemeClr val="dk1"/>
                </a:solidFill>
                <a:latin typeface="Nunito"/>
                <a:ea typeface="Nunito"/>
                <a:cs typeface="Nunito"/>
                <a:sym typeface="Nunito"/>
              </a:rPr>
              <a:t>Tuned Word2Vec did not perform as well as it did with the base model</a:t>
            </a:r>
            <a:endParaRPr b="0" i="0" sz="1500" u="none" cap="none" strike="noStrike">
              <a:solidFill>
                <a:schemeClr val="dk1"/>
              </a:solidFill>
              <a:latin typeface="Nunito"/>
              <a:ea typeface="Nunito"/>
              <a:cs typeface="Nunito"/>
              <a:sym typeface="Nunito"/>
            </a:endParaRPr>
          </a:p>
        </p:txBody>
      </p:sp>
      <p:graphicFrame>
        <p:nvGraphicFramePr>
          <p:cNvPr id="350" name="Google Shape;350;g32a6e2ec713_0_61"/>
          <p:cNvGraphicFramePr/>
          <p:nvPr/>
        </p:nvGraphicFramePr>
        <p:xfrm>
          <a:off x="2107363" y="2618825"/>
          <a:ext cx="3000000" cy="3000000"/>
        </p:xfrm>
        <a:graphic>
          <a:graphicData uri="http://schemas.openxmlformats.org/drawingml/2006/table">
            <a:tbl>
              <a:tblPr>
                <a:noFill/>
                <a:tableStyleId>{501A84E0-5C8D-4233-A7C5-8CDBBAD691D2}</a:tableStyleId>
              </a:tblPr>
              <a:tblGrid>
                <a:gridCol w="993825"/>
                <a:gridCol w="1276025"/>
                <a:gridCol w="1229000"/>
                <a:gridCol w="1334825"/>
              </a:tblGrid>
              <a:tr h="381000">
                <a:tc>
                  <a:txBody>
                    <a:bodyPr/>
                    <a:lstStyle/>
                    <a:p>
                      <a:pPr indent="0" lvl="0" marL="0" rtl="0" algn="l">
                        <a:spcBef>
                          <a:spcPts val="0"/>
                        </a:spcBef>
                        <a:spcAft>
                          <a:spcPts val="0"/>
                        </a:spcAft>
                        <a:buNone/>
                      </a:pPr>
                      <a:r>
                        <a:rPr b="1" lang="en">
                          <a:solidFill>
                            <a:srgbClr val="031239"/>
                          </a:solidFill>
                        </a:rPr>
                        <a:t>Metric</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lnSpc>
                          <a:spcPct val="115000"/>
                        </a:lnSpc>
                        <a:spcBef>
                          <a:spcPts val="0"/>
                        </a:spcBef>
                        <a:spcAft>
                          <a:spcPts val="0"/>
                        </a:spcAft>
                        <a:buNone/>
                      </a:pPr>
                      <a:r>
                        <a:rPr b="1" lang="en">
                          <a:solidFill>
                            <a:srgbClr val="031239"/>
                          </a:solidFill>
                        </a:rPr>
                        <a:t>Tuned Model (Word2Vec)</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lnSpc>
                          <a:spcPct val="115000"/>
                        </a:lnSpc>
                        <a:spcBef>
                          <a:spcPts val="0"/>
                        </a:spcBef>
                        <a:spcAft>
                          <a:spcPts val="0"/>
                        </a:spcAft>
                        <a:buNone/>
                      </a:pPr>
                      <a:r>
                        <a:rPr b="1" lang="en">
                          <a:solidFill>
                            <a:srgbClr val="031239"/>
                          </a:solidFill>
                        </a:rPr>
                        <a:t>Tuned Model (GloVe)</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lnSpc>
                          <a:spcPct val="115000"/>
                        </a:lnSpc>
                        <a:spcBef>
                          <a:spcPts val="0"/>
                        </a:spcBef>
                        <a:spcAft>
                          <a:spcPts val="0"/>
                        </a:spcAft>
                        <a:buNone/>
                      </a:pPr>
                      <a:r>
                        <a:rPr b="1" lang="en">
                          <a:solidFill>
                            <a:srgbClr val="031239"/>
                          </a:solidFill>
                        </a:rPr>
                        <a:t>Tuned Model (Sentence Transformer)</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r>
              <a:tr h="381000">
                <a:tc>
                  <a:txBody>
                    <a:bodyPr/>
                    <a:lstStyle/>
                    <a:p>
                      <a:pPr indent="0" lvl="0" marL="0" rtl="0" algn="l">
                        <a:spcBef>
                          <a:spcPts val="0"/>
                        </a:spcBef>
                        <a:spcAft>
                          <a:spcPts val="0"/>
                        </a:spcAft>
                        <a:buNone/>
                      </a:pPr>
                      <a:r>
                        <a:rPr b="1" lang="en">
                          <a:solidFill>
                            <a:srgbClr val="031239"/>
                          </a:solidFill>
                        </a:rPr>
                        <a:t>Accuracy</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spcBef>
                          <a:spcPts val="0"/>
                        </a:spcBef>
                        <a:spcAft>
                          <a:spcPts val="0"/>
                        </a:spcAft>
                        <a:buNone/>
                      </a:pPr>
                      <a:r>
                        <a:rPr lang="en">
                          <a:solidFill>
                            <a:srgbClr val="031239"/>
                          </a:solidFill>
                        </a:rPr>
                        <a:t>0.428571</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0.52381</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0.571429</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solidFill>
                            <a:srgbClr val="031239"/>
                          </a:solidFill>
                        </a:rPr>
                        <a:t>Recall</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spcBef>
                          <a:spcPts val="0"/>
                        </a:spcBef>
                        <a:spcAft>
                          <a:spcPts val="0"/>
                        </a:spcAft>
                        <a:buNone/>
                      </a:pPr>
                      <a:r>
                        <a:rPr lang="en">
                          <a:solidFill>
                            <a:srgbClr val="031239"/>
                          </a:solidFill>
                        </a:rPr>
                        <a:t>0.428571</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0.52381</a:t>
                      </a:r>
                      <a:r>
                        <a:rPr lang="en"/>
                        <a:t> </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0.571429</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solidFill>
                            <a:srgbClr val="031239"/>
                          </a:solidFill>
                        </a:rPr>
                        <a:t>Precision</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spcBef>
                          <a:spcPts val="0"/>
                        </a:spcBef>
                        <a:spcAft>
                          <a:spcPts val="0"/>
                        </a:spcAft>
                        <a:buNone/>
                      </a:pPr>
                      <a:r>
                        <a:rPr lang="en">
                          <a:solidFill>
                            <a:srgbClr val="031239"/>
                          </a:solidFill>
                        </a:rPr>
                        <a:t>0.383883</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0.485714</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0.342857</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solidFill>
                            <a:srgbClr val="031239"/>
                          </a:solidFill>
                        </a:rPr>
                        <a:t>F1</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spcBef>
                          <a:spcPts val="0"/>
                        </a:spcBef>
                        <a:spcAft>
                          <a:spcPts val="0"/>
                        </a:spcAft>
                        <a:buNone/>
                      </a:pPr>
                      <a:r>
                        <a:rPr lang="en">
                          <a:solidFill>
                            <a:srgbClr val="031239"/>
                          </a:solidFill>
                        </a:rPr>
                        <a:t>0.404656</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0.494898</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0.428571</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r>
            </a:tbl>
          </a:graphicData>
        </a:graphic>
      </p:graphicFrame>
      <p:sp>
        <p:nvSpPr>
          <p:cNvPr id="351" name="Google Shape;351;g32a6e2ec713_0_61"/>
          <p:cNvSpPr txBox="1"/>
          <p:nvPr/>
        </p:nvSpPr>
        <p:spPr>
          <a:xfrm>
            <a:off x="3781350" y="2200150"/>
            <a:ext cx="1581300" cy="24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latin typeface="Nunito"/>
                <a:ea typeface="Nunito"/>
                <a:cs typeface="Nunito"/>
                <a:sym typeface="Nunito"/>
              </a:rPr>
              <a:t>Validation </a:t>
            </a:r>
            <a:r>
              <a:rPr b="1" lang="en" sz="1500">
                <a:solidFill>
                  <a:schemeClr val="dk2"/>
                </a:solidFill>
                <a:latin typeface="Nunito"/>
                <a:ea typeface="Nunito"/>
                <a:cs typeface="Nunito"/>
                <a:sym typeface="Nunito"/>
              </a:rPr>
              <a:t>Data</a:t>
            </a:r>
            <a:endParaRPr b="1" sz="1500">
              <a:solidFill>
                <a:schemeClr val="dk2"/>
              </a:solidFill>
              <a:latin typeface="Nunito"/>
              <a:ea typeface="Nunito"/>
              <a:cs typeface="Nunito"/>
              <a:sym typeface="Nuni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11"/>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350">
                <a:solidFill>
                  <a:srgbClr val="0E39A9"/>
                </a:solidFill>
              </a:rPr>
              <a:t>Sentiment Analysis – Final Model</a:t>
            </a:r>
            <a:endParaRPr sz="2350">
              <a:solidFill>
                <a:srgbClr val="0E39A9"/>
              </a:solidFill>
            </a:endParaRPr>
          </a:p>
        </p:txBody>
      </p:sp>
      <p:sp>
        <p:nvSpPr>
          <p:cNvPr id="357" name="Google Shape;357;p11"/>
          <p:cNvSpPr txBox="1"/>
          <p:nvPr/>
        </p:nvSpPr>
        <p:spPr>
          <a:xfrm>
            <a:off x="172850" y="503675"/>
            <a:ext cx="8397900" cy="18204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1000"/>
              </a:spcBef>
              <a:spcAft>
                <a:spcPts val="0"/>
              </a:spcAft>
              <a:buClr>
                <a:srgbClr val="000000"/>
              </a:buClr>
              <a:buSzPts val="1600"/>
              <a:buFont typeface="Nunito"/>
              <a:buChar char="●"/>
            </a:pPr>
            <a:r>
              <a:rPr lang="en" sz="1600">
                <a:latin typeface="Nunito"/>
                <a:ea typeface="Nunito"/>
                <a:cs typeface="Nunito"/>
                <a:sym typeface="Nunito"/>
              </a:rPr>
              <a:t>All the models performed better than the base models on the validation data</a:t>
            </a:r>
            <a:endParaRPr sz="1600">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lang="en" sz="1600">
                <a:latin typeface="Nunito"/>
                <a:ea typeface="Nunito"/>
                <a:cs typeface="Nunito"/>
                <a:sym typeface="Nunito"/>
              </a:rPr>
              <a:t>Based on the performance metrics, the tuned GloVe model generally performed better than other models across all the performance metrics observed</a:t>
            </a:r>
            <a:endParaRPr sz="1600">
              <a:latin typeface="Nunito"/>
              <a:ea typeface="Nunito"/>
              <a:cs typeface="Nunito"/>
              <a:sym typeface="Nunito"/>
            </a:endParaRPr>
          </a:p>
          <a:p>
            <a:pPr indent="-317500" lvl="0" marL="457200" marR="0" rtl="0" algn="l">
              <a:lnSpc>
                <a:spcPct val="115000"/>
              </a:lnSpc>
              <a:spcBef>
                <a:spcPts val="1000"/>
              </a:spcBef>
              <a:spcAft>
                <a:spcPts val="0"/>
              </a:spcAft>
              <a:buSzPts val="1400"/>
              <a:buChar char="●"/>
            </a:pPr>
            <a:r>
              <a:rPr lang="en" sz="1600">
                <a:latin typeface="Nunito"/>
                <a:ea typeface="Nunito"/>
                <a:cs typeface="Nunito"/>
                <a:sym typeface="Nunito"/>
              </a:rPr>
              <a:t>The RandomForestClassifier with tuned GloVe model performed better in adapting to new unseen data </a:t>
            </a:r>
            <a:endParaRPr/>
          </a:p>
        </p:txBody>
      </p:sp>
      <p:graphicFrame>
        <p:nvGraphicFramePr>
          <p:cNvPr id="358" name="Google Shape;358;p11"/>
          <p:cNvGraphicFramePr/>
          <p:nvPr/>
        </p:nvGraphicFramePr>
        <p:xfrm>
          <a:off x="229375" y="2412275"/>
          <a:ext cx="3000000" cy="3000000"/>
        </p:xfrm>
        <a:graphic>
          <a:graphicData uri="http://schemas.openxmlformats.org/drawingml/2006/table">
            <a:tbl>
              <a:tblPr>
                <a:noFill/>
                <a:tableStyleId>{501A84E0-5C8D-4233-A7C5-8CDBBAD691D2}</a:tableStyleId>
              </a:tblPr>
              <a:tblGrid>
                <a:gridCol w="993825"/>
                <a:gridCol w="1193700"/>
                <a:gridCol w="1240725"/>
                <a:gridCol w="1417150"/>
                <a:gridCol w="1276025"/>
                <a:gridCol w="1229000"/>
                <a:gridCol w="1334825"/>
              </a:tblGrid>
              <a:tr h="381000">
                <a:tc>
                  <a:txBody>
                    <a:bodyPr/>
                    <a:lstStyle/>
                    <a:p>
                      <a:pPr indent="0" lvl="0" marL="0" rtl="0" algn="l">
                        <a:spcBef>
                          <a:spcPts val="0"/>
                        </a:spcBef>
                        <a:spcAft>
                          <a:spcPts val="0"/>
                        </a:spcAft>
                        <a:buNone/>
                      </a:pPr>
                      <a:r>
                        <a:rPr b="1" lang="en">
                          <a:solidFill>
                            <a:srgbClr val="031239"/>
                          </a:solidFill>
                        </a:rPr>
                        <a:t>Metric</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lnSpc>
                          <a:spcPct val="115000"/>
                        </a:lnSpc>
                        <a:spcBef>
                          <a:spcPts val="0"/>
                        </a:spcBef>
                        <a:spcAft>
                          <a:spcPts val="0"/>
                        </a:spcAft>
                        <a:buNone/>
                      </a:pPr>
                      <a:r>
                        <a:rPr b="1" lang="en">
                          <a:solidFill>
                            <a:srgbClr val="031239"/>
                          </a:solidFill>
                        </a:rPr>
                        <a:t>Base Model (Word2Vec)</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lnSpc>
                          <a:spcPct val="115000"/>
                        </a:lnSpc>
                        <a:spcBef>
                          <a:spcPts val="0"/>
                        </a:spcBef>
                        <a:spcAft>
                          <a:spcPts val="0"/>
                        </a:spcAft>
                        <a:buNone/>
                      </a:pPr>
                      <a:r>
                        <a:rPr b="1" lang="en">
                          <a:solidFill>
                            <a:srgbClr val="031239"/>
                          </a:solidFill>
                        </a:rPr>
                        <a:t>Base Model (GloVe)</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lnSpc>
                          <a:spcPct val="115000"/>
                        </a:lnSpc>
                        <a:spcBef>
                          <a:spcPts val="0"/>
                        </a:spcBef>
                        <a:spcAft>
                          <a:spcPts val="0"/>
                        </a:spcAft>
                        <a:buNone/>
                      </a:pPr>
                      <a:r>
                        <a:rPr b="1" lang="en">
                          <a:solidFill>
                            <a:srgbClr val="031239"/>
                          </a:solidFill>
                        </a:rPr>
                        <a:t>Base Model (Sentence Transformer)</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lnSpc>
                          <a:spcPct val="115000"/>
                        </a:lnSpc>
                        <a:spcBef>
                          <a:spcPts val="0"/>
                        </a:spcBef>
                        <a:spcAft>
                          <a:spcPts val="0"/>
                        </a:spcAft>
                        <a:buNone/>
                      </a:pPr>
                      <a:r>
                        <a:rPr b="1" lang="en">
                          <a:solidFill>
                            <a:srgbClr val="031239"/>
                          </a:solidFill>
                        </a:rPr>
                        <a:t>Tuned Model (Word2Vec)</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lnSpc>
                          <a:spcPct val="115000"/>
                        </a:lnSpc>
                        <a:spcBef>
                          <a:spcPts val="0"/>
                        </a:spcBef>
                        <a:spcAft>
                          <a:spcPts val="0"/>
                        </a:spcAft>
                        <a:buNone/>
                      </a:pPr>
                      <a:r>
                        <a:rPr b="1" lang="en">
                          <a:solidFill>
                            <a:srgbClr val="031239"/>
                          </a:solidFill>
                        </a:rPr>
                        <a:t>Tuned Model (GloVe)</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lnSpc>
                          <a:spcPct val="115000"/>
                        </a:lnSpc>
                        <a:spcBef>
                          <a:spcPts val="0"/>
                        </a:spcBef>
                        <a:spcAft>
                          <a:spcPts val="0"/>
                        </a:spcAft>
                        <a:buNone/>
                      </a:pPr>
                      <a:r>
                        <a:rPr b="1" lang="en">
                          <a:solidFill>
                            <a:srgbClr val="031239"/>
                          </a:solidFill>
                        </a:rPr>
                        <a:t>Tuned Model (Sentence Transformer)</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r>
              <a:tr h="381000">
                <a:tc>
                  <a:txBody>
                    <a:bodyPr/>
                    <a:lstStyle/>
                    <a:p>
                      <a:pPr indent="0" lvl="0" marL="0" rtl="0" algn="l">
                        <a:spcBef>
                          <a:spcPts val="0"/>
                        </a:spcBef>
                        <a:spcAft>
                          <a:spcPts val="0"/>
                        </a:spcAft>
                        <a:buNone/>
                      </a:pPr>
                      <a:r>
                        <a:rPr b="1" lang="en">
                          <a:solidFill>
                            <a:srgbClr val="031239"/>
                          </a:solidFill>
                        </a:rPr>
                        <a:t>Accuracy</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spcBef>
                          <a:spcPts val="0"/>
                        </a:spcBef>
                        <a:spcAft>
                          <a:spcPts val="0"/>
                        </a:spcAft>
                        <a:buNone/>
                      </a:pPr>
                      <a:r>
                        <a:rPr lang="en"/>
                        <a:t>0.47619</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0.380952  </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0.47619</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31239"/>
                          </a:solidFill>
                        </a:rPr>
                        <a:t>0.428571</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0.52381</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0.571429</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solidFill>
                            <a:srgbClr val="031239"/>
                          </a:solidFill>
                        </a:rPr>
                        <a:t>Recall</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spcBef>
                          <a:spcPts val="0"/>
                        </a:spcBef>
                        <a:spcAft>
                          <a:spcPts val="0"/>
                        </a:spcAft>
                        <a:buNone/>
                      </a:pPr>
                      <a:r>
                        <a:rPr lang="en"/>
                        <a:t>0.47619</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0.380952  </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0.47619</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31239"/>
                          </a:solidFill>
                        </a:rPr>
                        <a:t>0.428571</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0.52381 </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0.571429</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solidFill>
                            <a:srgbClr val="031239"/>
                          </a:solidFill>
                        </a:rPr>
                        <a:t>Precision</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spcBef>
                          <a:spcPts val="0"/>
                        </a:spcBef>
                        <a:spcAft>
                          <a:spcPts val="0"/>
                        </a:spcAft>
                        <a:buNone/>
                      </a:pPr>
                      <a:r>
                        <a:rPr lang="en"/>
                        <a:t>0.369048</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0.326531</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0.300752</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31239"/>
                          </a:solidFill>
                        </a:rPr>
                        <a:t>0.383883</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0.485714</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0.342857</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solidFill>
                            <a:srgbClr val="031239"/>
                          </a:solidFill>
                        </a:rPr>
                        <a:t>F1</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spcBef>
                          <a:spcPts val="0"/>
                        </a:spcBef>
                        <a:spcAft>
                          <a:spcPts val="0"/>
                        </a:spcAft>
                        <a:buNone/>
                      </a:pPr>
                      <a:r>
                        <a:rPr lang="en"/>
                        <a:t>0.414966</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0.351648</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0.368664</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31239"/>
                          </a:solidFill>
                        </a:rPr>
                        <a:t>0.404656</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0.494898</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c>
                  <a:txBody>
                    <a:bodyPr/>
                    <a:lstStyle/>
                    <a:p>
                      <a:pPr indent="0" lvl="0" marL="0" rtl="0" algn="ctr">
                        <a:spcBef>
                          <a:spcPts val="0"/>
                        </a:spcBef>
                        <a:spcAft>
                          <a:spcPts val="0"/>
                        </a:spcAft>
                        <a:buNone/>
                      </a:pPr>
                      <a:r>
                        <a:rPr lang="en"/>
                        <a:t>0.428571</a:t>
                      </a:r>
                      <a:endParaRPr>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r>
            </a:tbl>
          </a:graphicData>
        </a:graphic>
      </p:graphicFrame>
      <p:sp>
        <p:nvSpPr>
          <p:cNvPr id="359" name="Google Shape;359;p11"/>
          <p:cNvSpPr txBox="1"/>
          <p:nvPr/>
        </p:nvSpPr>
        <p:spPr>
          <a:xfrm>
            <a:off x="3581150" y="2022825"/>
            <a:ext cx="1581300" cy="24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latin typeface="Nunito"/>
                <a:ea typeface="Nunito"/>
                <a:cs typeface="Nunito"/>
                <a:sym typeface="Nunito"/>
              </a:rPr>
              <a:t>Validation Data</a:t>
            </a:r>
            <a:endParaRPr b="1" sz="1500">
              <a:solidFill>
                <a:schemeClr val="dk2"/>
              </a:solidFill>
              <a:latin typeface="Nunito"/>
              <a:ea typeface="Nunito"/>
              <a:cs typeface="Nunito"/>
              <a:sym typeface="Nuni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g32a6e2ec713_0_101"/>
          <p:cNvSpPr txBox="1"/>
          <p:nvPr>
            <p:ph type="title"/>
          </p:nvPr>
        </p:nvSpPr>
        <p:spPr>
          <a:xfrm>
            <a:off x="202550" y="289279"/>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Sentiment Analysis - Test Data Performance</a:t>
            </a:r>
            <a:endParaRPr/>
          </a:p>
        </p:txBody>
      </p:sp>
      <p:sp>
        <p:nvSpPr>
          <p:cNvPr id="365" name="Google Shape;365;g32a6e2ec713_0_101"/>
          <p:cNvSpPr txBox="1"/>
          <p:nvPr>
            <p:ph idx="1" type="body"/>
          </p:nvPr>
        </p:nvSpPr>
        <p:spPr>
          <a:xfrm>
            <a:off x="202550" y="861975"/>
            <a:ext cx="8629800" cy="6327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a:t>The </a:t>
            </a:r>
            <a:r>
              <a:rPr lang="en"/>
              <a:t>test</a:t>
            </a:r>
            <a:r>
              <a:rPr lang="en"/>
              <a:t> data was tested using tuned GloVe model</a:t>
            </a:r>
            <a:endParaRPr/>
          </a:p>
          <a:p>
            <a:pPr indent="-323850" lvl="0" marL="457200" rtl="0" algn="l">
              <a:spcBef>
                <a:spcPts val="0"/>
              </a:spcBef>
              <a:spcAft>
                <a:spcPts val="0"/>
              </a:spcAft>
              <a:buSzPts val="1500"/>
              <a:buChar char="●"/>
            </a:pPr>
            <a:r>
              <a:rPr lang="en"/>
              <a:t>The accuracy and recall was 0.476, </a:t>
            </a:r>
            <a:r>
              <a:rPr lang="en"/>
              <a:t>precision</a:t>
            </a:r>
            <a:r>
              <a:rPr lang="en"/>
              <a:t> of 0.48 and F1 score of 0.42</a:t>
            </a:r>
            <a:endParaRPr/>
          </a:p>
        </p:txBody>
      </p:sp>
      <p:pic>
        <p:nvPicPr>
          <p:cNvPr id="366" name="Google Shape;366;g32a6e2ec713_0_101"/>
          <p:cNvPicPr preferRelativeResize="0"/>
          <p:nvPr/>
        </p:nvPicPr>
        <p:blipFill>
          <a:blip r:embed="rId3">
            <a:alphaModFix/>
          </a:blip>
          <a:stretch>
            <a:fillRect/>
          </a:stretch>
        </p:blipFill>
        <p:spPr>
          <a:xfrm>
            <a:off x="884075" y="1857625"/>
            <a:ext cx="3369075" cy="3043800"/>
          </a:xfrm>
          <a:prstGeom prst="rect">
            <a:avLst/>
          </a:prstGeom>
          <a:noFill/>
          <a:ln>
            <a:noFill/>
          </a:ln>
        </p:spPr>
      </p:pic>
      <p:graphicFrame>
        <p:nvGraphicFramePr>
          <p:cNvPr id="367" name="Google Shape;367;g32a6e2ec713_0_101"/>
          <p:cNvGraphicFramePr/>
          <p:nvPr/>
        </p:nvGraphicFramePr>
        <p:xfrm>
          <a:off x="4725763" y="2336088"/>
          <a:ext cx="3000000" cy="3000000"/>
        </p:xfrm>
        <a:graphic>
          <a:graphicData uri="http://schemas.openxmlformats.org/drawingml/2006/table">
            <a:tbl>
              <a:tblPr>
                <a:noFill/>
                <a:tableStyleId>{501A84E0-5C8D-4233-A7C5-8CDBBAD691D2}</a:tableStyleId>
              </a:tblPr>
              <a:tblGrid>
                <a:gridCol w="993825"/>
                <a:gridCol w="1276025"/>
              </a:tblGrid>
              <a:tr h="381000">
                <a:tc>
                  <a:txBody>
                    <a:bodyPr/>
                    <a:lstStyle/>
                    <a:p>
                      <a:pPr indent="0" lvl="0" marL="0" rtl="0" algn="l">
                        <a:spcBef>
                          <a:spcPts val="0"/>
                        </a:spcBef>
                        <a:spcAft>
                          <a:spcPts val="0"/>
                        </a:spcAft>
                        <a:buNone/>
                      </a:pPr>
                      <a:r>
                        <a:rPr b="1" lang="en">
                          <a:solidFill>
                            <a:srgbClr val="031239"/>
                          </a:solidFill>
                        </a:rPr>
                        <a:t>Metric</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lnSpc>
                          <a:spcPct val="115000"/>
                        </a:lnSpc>
                        <a:spcBef>
                          <a:spcPts val="0"/>
                        </a:spcBef>
                        <a:spcAft>
                          <a:spcPts val="0"/>
                        </a:spcAft>
                        <a:buNone/>
                      </a:pPr>
                      <a:r>
                        <a:rPr b="1" lang="en">
                          <a:solidFill>
                            <a:srgbClr val="031239"/>
                          </a:solidFill>
                        </a:rPr>
                        <a:t>Tuned Model (GloVe)</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r>
              <a:tr h="381000">
                <a:tc>
                  <a:txBody>
                    <a:bodyPr/>
                    <a:lstStyle/>
                    <a:p>
                      <a:pPr indent="0" lvl="0" marL="0" rtl="0" algn="l">
                        <a:spcBef>
                          <a:spcPts val="0"/>
                        </a:spcBef>
                        <a:spcAft>
                          <a:spcPts val="0"/>
                        </a:spcAft>
                        <a:buNone/>
                      </a:pPr>
                      <a:r>
                        <a:rPr b="1" lang="en">
                          <a:solidFill>
                            <a:srgbClr val="031239"/>
                          </a:solidFill>
                        </a:rPr>
                        <a:t>Accuracy</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spcBef>
                          <a:spcPts val="0"/>
                        </a:spcBef>
                        <a:spcAft>
                          <a:spcPts val="0"/>
                        </a:spcAft>
                        <a:buNone/>
                      </a:pPr>
                      <a:r>
                        <a:rPr lang="en"/>
                        <a:t>0.47619</a:t>
                      </a:r>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solidFill>
                            <a:srgbClr val="031239"/>
                          </a:solidFill>
                        </a:rPr>
                        <a:t>Recall</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spcBef>
                          <a:spcPts val="0"/>
                        </a:spcBef>
                        <a:spcAft>
                          <a:spcPts val="0"/>
                        </a:spcAft>
                        <a:buNone/>
                      </a:pPr>
                      <a:r>
                        <a:rPr lang="en"/>
                        <a:t>0.47619</a:t>
                      </a:r>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r>
              <a:tr h="355825">
                <a:tc>
                  <a:txBody>
                    <a:bodyPr/>
                    <a:lstStyle/>
                    <a:p>
                      <a:pPr indent="0" lvl="0" marL="0" rtl="0" algn="l">
                        <a:spcBef>
                          <a:spcPts val="0"/>
                        </a:spcBef>
                        <a:spcAft>
                          <a:spcPts val="0"/>
                        </a:spcAft>
                        <a:buNone/>
                      </a:pPr>
                      <a:r>
                        <a:rPr b="1" lang="en">
                          <a:solidFill>
                            <a:srgbClr val="031239"/>
                          </a:solidFill>
                        </a:rPr>
                        <a:t>Precision</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spcBef>
                          <a:spcPts val="0"/>
                        </a:spcBef>
                        <a:spcAft>
                          <a:spcPts val="0"/>
                        </a:spcAft>
                        <a:buNone/>
                      </a:pPr>
                      <a:r>
                        <a:rPr lang="en"/>
                        <a:t>0.481232</a:t>
                      </a:r>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solidFill>
                            <a:srgbClr val="031239"/>
                          </a:solidFill>
                        </a:rPr>
                        <a:t>F1</a:t>
                      </a:r>
                      <a:endParaRPr b="1">
                        <a:solidFill>
                          <a:srgbClr val="031239"/>
                        </a:solidFill>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solidFill>
                      <a:srgbClr val="5B9BD5">
                        <a:alpha val="20000"/>
                      </a:srgbClr>
                    </a:solidFill>
                  </a:tcPr>
                </a:tc>
                <a:tc>
                  <a:txBody>
                    <a:bodyPr/>
                    <a:lstStyle/>
                    <a:p>
                      <a:pPr indent="0" lvl="0" marL="0" rtl="0" algn="ctr">
                        <a:spcBef>
                          <a:spcPts val="0"/>
                        </a:spcBef>
                        <a:spcAft>
                          <a:spcPts val="0"/>
                        </a:spcAft>
                        <a:buNone/>
                      </a:pPr>
                      <a:r>
                        <a:rPr lang="en"/>
                        <a:t>0.421076</a:t>
                      </a:r>
                      <a:endParaRPr/>
                    </a:p>
                  </a:txBody>
                  <a:tcPr marT="91425" marB="91425" marR="91425" marL="91425">
                    <a:lnL cap="flat" cmpd="sng" w="9525">
                      <a:solidFill>
                        <a:srgbClr val="0E39A9"/>
                      </a:solidFill>
                      <a:prstDash val="solid"/>
                      <a:round/>
                      <a:headEnd len="sm" w="sm" type="none"/>
                      <a:tailEnd len="sm" w="sm" type="none"/>
                    </a:lnL>
                    <a:lnR cap="flat" cmpd="sng" w="9525">
                      <a:solidFill>
                        <a:srgbClr val="0E39A9"/>
                      </a:solidFill>
                      <a:prstDash val="solid"/>
                      <a:round/>
                      <a:headEnd len="sm" w="sm" type="none"/>
                      <a:tailEnd len="sm" w="sm" type="none"/>
                    </a:lnR>
                    <a:lnT cap="flat" cmpd="sng" w="9525">
                      <a:solidFill>
                        <a:srgbClr val="0E39A9"/>
                      </a:solidFill>
                      <a:prstDash val="solid"/>
                      <a:round/>
                      <a:headEnd len="sm" w="sm" type="none"/>
                      <a:tailEnd len="sm" w="sm" type="none"/>
                    </a:lnT>
                    <a:lnB cap="flat" cmpd="sng" w="9525">
                      <a:solidFill>
                        <a:srgbClr val="0E39A9"/>
                      </a:solidFill>
                      <a:prstDash val="solid"/>
                      <a:round/>
                      <a:headEnd len="sm" w="sm" type="none"/>
                      <a:tailEnd len="sm" w="sm" type="none"/>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12"/>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350">
                <a:solidFill>
                  <a:srgbClr val="0E39A9"/>
                </a:solidFill>
              </a:rPr>
              <a:t>Content Summarization – Data Preprocessing</a:t>
            </a:r>
            <a:endParaRPr sz="2350">
              <a:solidFill>
                <a:srgbClr val="0E39A9"/>
              </a:solidFill>
            </a:endParaRPr>
          </a:p>
        </p:txBody>
      </p:sp>
      <p:sp>
        <p:nvSpPr>
          <p:cNvPr id="373" name="Google Shape;373;p12"/>
          <p:cNvSpPr txBox="1"/>
          <p:nvPr/>
        </p:nvSpPr>
        <p:spPr>
          <a:xfrm>
            <a:off x="325250" y="656075"/>
            <a:ext cx="8397900" cy="18204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1000"/>
              </a:spcBef>
              <a:spcAft>
                <a:spcPts val="0"/>
              </a:spcAft>
              <a:buClr>
                <a:srgbClr val="000000"/>
              </a:buClr>
              <a:buSzPts val="1600"/>
              <a:buFont typeface="Nunito"/>
              <a:buChar char="●"/>
            </a:pPr>
            <a:r>
              <a:rPr lang="en" sz="1600">
                <a:latin typeface="Nunito"/>
                <a:ea typeface="Nunito"/>
                <a:cs typeface="Nunito"/>
                <a:sym typeface="Nunito"/>
              </a:rPr>
              <a:t>Using large language model Llama from </a:t>
            </a:r>
            <a:r>
              <a:rPr lang="en" sz="1600">
                <a:latin typeface="Nunito"/>
                <a:ea typeface="Nunito"/>
                <a:cs typeface="Nunito"/>
                <a:sym typeface="Nunito"/>
              </a:rPr>
              <a:t>Hugging Face model hub </a:t>
            </a:r>
            <a:r>
              <a:rPr lang="en" sz="1600">
                <a:latin typeface="Nunito"/>
                <a:ea typeface="Nunito"/>
                <a:cs typeface="Nunito"/>
                <a:sym typeface="Nunito"/>
              </a:rPr>
              <a:t>and training it using the stock news dataset</a:t>
            </a:r>
            <a:endParaRPr/>
          </a:p>
          <a:p>
            <a:pPr indent="-330200" lvl="0" marL="457200" marR="0" rtl="0" algn="l">
              <a:lnSpc>
                <a:spcPct val="115000"/>
              </a:lnSpc>
              <a:spcBef>
                <a:spcPts val="1000"/>
              </a:spcBef>
              <a:spcAft>
                <a:spcPts val="0"/>
              </a:spcAft>
              <a:buClr>
                <a:srgbClr val="000000"/>
              </a:buClr>
              <a:buSzPts val="1600"/>
              <a:buFont typeface="Nunito"/>
              <a:buChar char="●"/>
            </a:pPr>
            <a:r>
              <a:rPr lang="en" sz="1600">
                <a:latin typeface="Nunito"/>
                <a:ea typeface="Nunito"/>
                <a:cs typeface="Nunito"/>
                <a:sym typeface="Nunito"/>
              </a:rPr>
              <a:t>Once the model is trained records are a</a:t>
            </a:r>
            <a:r>
              <a:rPr b="0" i="0" lang="en" sz="1600" u="none" cap="none" strike="noStrike">
                <a:solidFill>
                  <a:srgbClr val="000000"/>
                </a:solidFill>
                <a:latin typeface="Nunito"/>
                <a:ea typeface="Nunito"/>
                <a:cs typeface="Nunito"/>
                <a:sym typeface="Nunito"/>
              </a:rPr>
              <a:t>ggregated on a weekly basis based on the date </a:t>
            </a:r>
            <a:r>
              <a:rPr b="0" i="0" lang="en" sz="1600" u="none" cap="none" strike="noStrike">
                <a:solidFill>
                  <a:srgbClr val="000000"/>
                </a:solidFill>
                <a:latin typeface="Nunito"/>
                <a:ea typeface="Nunito"/>
                <a:cs typeface="Nunito"/>
                <a:sym typeface="Nunito"/>
              </a:rPr>
              <a:t>and the content i</a:t>
            </a:r>
            <a:r>
              <a:rPr lang="en" sz="1600">
                <a:latin typeface="Nunito"/>
                <a:ea typeface="Nunito"/>
                <a:cs typeface="Nunito"/>
                <a:sym typeface="Nunito"/>
              </a:rPr>
              <a:t>s concatenated in the News field separated by ‘||’</a:t>
            </a:r>
            <a:endParaRPr sz="1600">
              <a:latin typeface="Nunito"/>
              <a:ea typeface="Nunito"/>
              <a:cs typeface="Nunito"/>
              <a:sym typeface="Nunito"/>
            </a:endParaRPr>
          </a:p>
          <a:p>
            <a:pPr indent="-330200" lvl="0" marL="457200" marR="0" rtl="0" algn="l">
              <a:lnSpc>
                <a:spcPct val="115000"/>
              </a:lnSpc>
              <a:spcBef>
                <a:spcPts val="1000"/>
              </a:spcBef>
              <a:spcAft>
                <a:spcPts val="0"/>
              </a:spcAft>
              <a:buSzPts val="1600"/>
              <a:buFont typeface="Nunito"/>
              <a:buChar char="●"/>
            </a:pPr>
            <a:r>
              <a:rPr lang="en" sz="1600">
                <a:latin typeface="Nunito"/>
                <a:ea typeface="Nunito"/>
                <a:cs typeface="Nunito"/>
                <a:sym typeface="Nunito"/>
              </a:rPr>
              <a:t>The aggregated data has 18 rows and 2 output columns</a:t>
            </a:r>
            <a:endParaRPr sz="1600">
              <a:latin typeface="Nunito"/>
              <a:ea typeface="Nunito"/>
              <a:cs typeface="Nunito"/>
              <a:sym typeface="Nunito"/>
            </a:endParaRPr>
          </a:p>
        </p:txBody>
      </p:sp>
      <p:pic>
        <p:nvPicPr>
          <p:cNvPr id="374" name="Google Shape;374;p12"/>
          <p:cNvPicPr preferRelativeResize="0"/>
          <p:nvPr/>
        </p:nvPicPr>
        <p:blipFill>
          <a:blip r:embed="rId3">
            <a:alphaModFix/>
          </a:blip>
          <a:stretch>
            <a:fillRect/>
          </a:stretch>
        </p:blipFill>
        <p:spPr>
          <a:xfrm>
            <a:off x="3252274" y="2727775"/>
            <a:ext cx="2186751" cy="2276800"/>
          </a:xfrm>
          <a:prstGeom prst="rect">
            <a:avLst/>
          </a:prstGeom>
          <a:noFill/>
          <a:ln>
            <a:noFill/>
          </a:ln>
        </p:spPr>
      </p:pic>
      <p:sp>
        <p:nvSpPr>
          <p:cNvPr id="375" name="Google Shape;375;p12"/>
          <p:cNvSpPr txBox="1"/>
          <p:nvPr/>
        </p:nvSpPr>
        <p:spPr>
          <a:xfrm>
            <a:off x="3675875" y="2413050"/>
            <a:ext cx="14541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latin typeface="Nunito"/>
                <a:ea typeface="Nunito"/>
                <a:cs typeface="Nunito"/>
                <a:sym typeface="Nunito"/>
              </a:rPr>
              <a:t>Sample Data</a:t>
            </a:r>
            <a:endParaRPr b="1" sz="1500">
              <a:solidFill>
                <a:schemeClr val="dk2"/>
              </a:solidFill>
              <a:latin typeface="Nunito"/>
              <a:ea typeface="Nunito"/>
              <a:cs typeface="Nunito"/>
              <a:sym typeface="Nuni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13"/>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350">
                <a:solidFill>
                  <a:srgbClr val="0E39A9"/>
                </a:solidFill>
              </a:rPr>
              <a:t>Content Summarization – Modeling Approach</a:t>
            </a:r>
            <a:endParaRPr sz="2350">
              <a:solidFill>
                <a:srgbClr val="0E39A9"/>
              </a:solidFill>
            </a:endParaRPr>
          </a:p>
        </p:txBody>
      </p:sp>
      <p:sp>
        <p:nvSpPr>
          <p:cNvPr id="381" name="Google Shape;381;p13"/>
          <p:cNvSpPr txBox="1"/>
          <p:nvPr/>
        </p:nvSpPr>
        <p:spPr>
          <a:xfrm>
            <a:off x="325250" y="808475"/>
            <a:ext cx="8397900" cy="36198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000"/>
              </a:spcBef>
              <a:spcAft>
                <a:spcPts val="0"/>
              </a:spcAft>
              <a:buSzPts val="1600"/>
              <a:buFont typeface="Nunito"/>
              <a:buChar char="●"/>
            </a:pPr>
            <a:r>
              <a:rPr lang="en" sz="1600">
                <a:latin typeface="Nunito"/>
                <a:ea typeface="Nunito"/>
                <a:cs typeface="Nunito"/>
                <a:sym typeface="Nunito"/>
              </a:rPr>
              <a:t>A </a:t>
            </a:r>
            <a:r>
              <a:rPr lang="en" sz="1600">
                <a:latin typeface="Nunito"/>
                <a:ea typeface="Nunito"/>
                <a:cs typeface="Nunito"/>
                <a:sym typeface="Nunito"/>
              </a:rPr>
              <a:t>large language model which is a generative text model from the Hugging Face Hub was used as an assistant like chat use cases </a:t>
            </a:r>
            <a:endParaRPr sz="1600">
              <a:latin typeface="Nunito"/>
              <a:ea typeface="Nunito"/>
              <a:cs typeface="Nunito"/>
              <a:sym typeface="Nunito"/>
            </a:endParaRPr>
          </a:p>
          <a:p>
            <a:pPr indent="-330200" lvl="0" marL="457200" rtl="0" algn="l">
              <a:lnSpc>
                <a:spcPct val="115000"/>
              </a:lnSpc>
              <a:spcBef>
                <a:spcPts val="1000"/>
              </a:spcBef>
              <a:spcAft>
                <a:spcPts val="0"/>
              </a:spcAft>
              <a:buSzPts val="1600"/>
              <a:buFont typeface="Nunito"/>
              <a:buChar char="●"/>
            </a:pPr>
            <a:r>
              <a:rPr lang="en" sz="1600">
                <a:latin typeface="Nunito"/>
                <a:ea typeface="Nunito"/>
                <a:cs typeface="Nunito"/>
                <a:sym typeface="Nunito"/>
              </a:rPr>
              <a:t>The model was trained using the stock news dataset</a:t>
            </a:r>
            <a:endParaRPr/>
          </a:p>
          <a:p>
            <a:pPr indent="-330200" lvl="0" marL="457200" marR="0" rtl="0" algn="l">
              <a:lnSpc>
                <a:spcPct val="115000"/>
              </a:lnSpc>
              <a:spcBef>
                <a:spcPts val="1000"/>
              </a:spcBef>
              <a:spcAft>
                <a:spcPts val="0"/>
              </a:spcAft>
              <a:buClr>
                <a:srgbClr val="000000"/>
              </a:buClr>
              <a:buSzPts val="1600"/>
              <a:buFont typeface="Nunito"/>
              <a:buChar char="●"/>
            </a:pPr>
            <a:r>
              <a:rPr lang="en" sz="1600">
                <a:latin typeface="Nunito"/>
                <a:ea typeface="Nunito"/>
                <a:cs typeface="Nunito"/>
                <a:sym typeface="Nunito"/>
              </a:rPr>
              <a:t>The </a:t>
            </a:r>
            <a:r>
              <a:rPr b="0" i="0" lang="en" sz="1600" u="none" cap="none" strike="noStrike">
                <a:solidFill>
                  <a:srgbClr val="000000"/>
                </a:solidFill>
                <a:latin typeface="Nunito"/>
                <a:ea typeface="Nunito"/>
                <a:cs typeface="Nunito"/>
                <a:sym typeface="Nunito"/>
              </a:rPr>
              <a:t> Large Language Model</a:t>
            </a:r>
            <a:r>
              <a:rPr lang="en" sz="1600">
                <a:latin typeface="Nunito"/>
                <a:ea typeface="Nunito"/>
                <a:cs typeface="Nunito"/>
                <a:sym typeface="Nunito"/>
              </a:rPr>
              <a:t> was tuned using the following parameters</a:t>
            </a:r>
            <a:endParaRPr sz="1600">
              <a:latin typeface="Nunito"/>
              <a:ea typeface="Nunito"/>
              <a:cs typeface="Nunito"/>
              <a:sym typeface="Nunito"/>
            </a:endParaRPr>
          </a:p>
          <a:p>
            <a:pPr indent="-330200" lvl="1" marL="914400" rtl="0" algn="l">
              <a:lnSpc>
                <a:spcPct val="135714"/>
              </a:lnSpc>
              <a:spcBef>
                <a:spcPts val="0"/>
              </a:spcBef>
              <a:spcAft>
                <a:spcPts val="0"/>
              </a:spcAft>
              <a:buSzPts val="1600"/>
              <a:buFont typeface="Nunito"/>
              <a:buChar char="○"/>
            </a:pPr>
            <a:r>
              <a:rPr lang="en" sz="1600">
                <a:latin typeface="Nunito"/>
                <a:ea typeface="Nunito"/>
                <a:cs typeface="Nunito"/>
                <a:sym typeface="Nunito"/>
              </a:rPr>
              <a:t>The max_tokens parameter was set to 1024</a:t>
            </a:r>
            <a:endParaRPr sz="1600">
              <a:latin typeface="Nunito"/>
              <a:ea typeface="Nunito"/>
              <a:cs typeface="Nunito"/>
              <a:sym typeface="Nunito"/>
            </a:endParaRPr>
          </a:p>
          <a:p>
            <a:pPr indent="-330200" lvl="1" marL="914400" rtl="0" algn="l">
              <a:lnSpc>
                <a:spcPct val="135714"/>
              </a:lnSpc>
              <a:spcBef>
                <a:spcPts val="0"/>
              </a:spcBef>
              <a:spcAft>
                <a:spcPts val="0"/>
              </a:spcAft>
              <a:buSzPts val="1600"/>
              <a:buFont typeface="Nunito"/>
              <a:buChar char="○"/>
            </a:pPr>
            <a:r>
              <a:rPr lang="en" sz="1600">
                <a:latin typeface="Nunito"/>
                <a:ea typeface="Nunito"/>
                <a:cs typeface="Nunito"/>
                <a:sym typeface="Nunito"/>
              </a:rPr>
              <a:t>The temperature (randomness) was set to 0.7</a:t>
            </a:r>
            <a:endParaRPr sz="1600">
              <a:latin typeface="Nunito"/>
              <a:ea typeface="Nunito"/>
              <a:cs typeface="Nunito"/>
              <a:sym typeface="Nunito"/>
            </a:endParaRPr>
          </a:p>
          <a:p>
            <a:pPr indent="-330200" lvl="1" marL="914400" rtl="0" algn="l">
              <a:lnSpc>
                <a:spcPct val="135714"/>
              </a:lnSpc>
              <a:spcBef>
                <a:spcPts val="0"/>
              </a:spcBef>
              <a:spcAft>
                <a:spcPts val="0"/>
              </a:spcAft>
              <a:buSzPts val="1600"/>
              <a:buFont typeface="Nunito"/>
              <a:buChar char="○"/>
            </a:pPr>
            <a:r>
              <a:rPr lang="en" sz="1600">
                <a:latin typeface="Nunito"/>
                <a:ea typeface="Nunito"/>
                <a:cs typeface="Nunito"/>
                <a:sym typeface="Nunito"/>
              </a:rPr>
              <a:t>The top_p parameter was set to 0.9   </a:t>
            </a:r>
            <a:endParaRPr sz="1600">
              <a:latin typeface="Nunito"/>
              <a:ea typeface="Nunito"/>
              <a:cs typeface="Nunito"/>
              <a:sym typeface="Nunito"/>
            </a:endParaRPr>
          </a:p>
          <a:p>
            <a:pPr indent="-330200" lvl="1" marL="914400" rtl="0" algn="l">
              <a:lnSpc>
                <a:spcPct val="135714"/>
              </a:lnSpc>
              <a:spcBef>
                <a:spcPts val="0"/>
              </a:spcBef>
              <a:spcAft>
                <a:spcPts val="0"/>
              </a:spcAft>
              <a:buSzPts val="1600"/>
              <a:buFont typeface="Nunito"/>
              <a:buChar char="○"/>
            </a:pPr>
            <a:r>
              <a:rPr lang="en" sz="1600">
                <a:latin typeface="Nunito"/>
                <a:ea typeface="Nunito"/>
                <a:cs typeface="Nunito"/>
                <a:sym typeface="Nunito"/>
              </a:rPr>
              <a:t>The top_k parameter was set to 50</a:t>
            </a:r>
            <a:endParaRPr sz="1600">
              <a:latin typeface="Nunito"/>
              <a:ea typeface="Nunito"/>
              <a:cs typeface="Nunito"/>
              <a:sym typeface="Nunito"/>
            </a:endParaRPr>
          </a:p>
          <a:p>
            <a:pPr indent="-330200" lvl="0" marL="457200" rtl="0" algn="l">
              <a:lnSpc>
                <a:spcPct val="135714"/>
              </a:lnSpc>
              <a:spcBef>
                <a:spcPts val="0"/>
              </a:spcBef>
              <a:spcAft>
                <a:spcPts val="0"/>
              </a:spcAft>
              <a:buSzPts val="1600"/>
              <a:buFont typeface="Nunito"/>
              <a:buChar char="●"/>
            </a:pPr>
            <a:r>
              <a:rPr lang="en" sz="1600">
                <a:latin typeface="Nunito"/>
                <a:ea typeface="Nunito"/>
                <a:cs typeface="Nunito"/>
                <a:sym typeface="Nunito"/>
              </a:rPr>
              <a:t>The model took around 50 minutes to get the sample output</a:t>
            </a:r>
            <a:endParaRPr/>
          </a:p>
          <a:p>
            <a:pPr indent="-228600" lvl="0" marL="457200" marR="0" rtl="0" algn="l">
              <a:lnSpc>
                <a:spcPct val="115000"/>
              </a:lnSpc>
              <a:spcBef>
                <a:spcPts val="1000"/>
              </a:spcBef>
              <a:spcAft>
                <a:spcPts val="0"/>
              </a:spcAft>
              <a:buClr>
                <a:srgbClr val="000000"/>
              </a:buClr>
              <a:buSzPts val="1600"/>
              <a:buFont typeface="Nunito"/>
              <a:buNone/>
            </a:pPr>
            <a:r>
              <a:t/>
            </a:r>
            <a:endParaRPr b="0" i="0" sz="1600" u="none" cap="none" strike="noStrike">
              <a:solidFill>
                <a:schemeClr val="dk1"/>
              </a:solidFill>
              <a:latin typeface="Nunito"/>
              <a:ea typeface="Nunito"/>
              <a:cs typeface="Nunito"/>
              <a:sym typeface="Nuni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14"/>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350">
                <a:solidFill>
                  <a:srgbClr val="0E39A9"/>
                </a:solidFill>
              </a:rPr>
              <a:t>Content Summarization – Sample Input/Output</a:t>
            </a:r>
            <a:endParaRPr sz="2350">
              <a:solidFill>
                <a:srgbClr val="0E39A9"/>
              </a:solidFill>
            </a:endParaRPr>
          </a:p>
        </p:txBody>
      </p:sp>
      <p:sp>
        <p:nvSpPr>
          <p:cNvPr id="387" name="Google Shape;387;p14"/>
          <p:cNvSpPr txBox="1"/>
          <p:nvPr/>
        </p:nvSpPr>
        <p:spPr>
          <a:xfrm>
            <a:off x="325250" y="808475"/>
            <a:ext cx="8397900" cy="15372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1000"/>
              </a:spcBef>
              <a:spcAft>
                <a:spcPts val="0"/>
              </a:spcAft>
              <a:buClr>
                <a:srgbClr val="000000"/>
              </a:buClr>
              <a:buSzPts val="1600"/>
              <a:buFont typeface="Nunito"/>
              <a:buChar char="●"/>
            </a:pPr>
            <a:r>
              <a:rPr lang="en" sz="1600">
                <a:latin typeface="Nunito"/>
                <a:ea typeface="Nunito"/>
                <a:cs typeface="Nunito"/>
                <a:sym typeface="Nunito"/>
              </a:rPr>
              <a:t>The sample input prompt used was  “List the top ten topics”</a:t>
            </a:r>
            <a:endParaRPr sz="1600">
              <a:latin typeface="Nunito"/>
              <a:ea typeface="Nunito"/>
              <a:cs typeface="Nunito"/>
              <a:sym typeface="Nunito"/>
            </a:endParaRPr>
          </a:p>
          <a:p>
            <a:pPr indent="-330200" lvl="0" marL="457200" marR="0" rtl="0" algn="l">
              <a:lnSpc>
                <a:spcPct val="115000"/>
              </a:lnSpc>
              <a:spcBef>
                <a:spcPts val="1000"/>
              </a:spcBef>
              <a:spcAft>
                <a:spcPts val="0"/>
              </a:spcAft>
              <a:buSzPts val="1600"/>
              <a:buFont typeface="Nunito"/>
              <a:buChar char="●"/>
            </a:pPr>
            <a:r>
              <a:rPr lang="en" sz="1600">
                <a:latin typeface="Nunito"/>
                <a:ea typeface="Nunito"/>
                <a:cs typeface="Nunito"/>
                <a:sym typeface="Nunito"/>
              </a:rPr>
              <a:t>The sample output generated was as shown below in the screenshot</a:t>
            </a:r>
            <a:endParaRPr sz="1600">
              <a:latin typeface="Nunito"/>
              <a:ea typeface="Nunito"/>
              <a:cs typeface="Nunito"/>
              <a:sym typeface="Nunito"/>
            </a:endParaRPr>
          </a:p>
          <a:p>
            <a:pPr indent="-330200" lvl="0" marL="457200" marR="0" rtl="0" algn="l">
              <a:lnSpc>
                <a:spcPct val="115000"/>
              </a:lnSpc>
              <a:spcBef>
                <a:spcPts val="1000"/>
              </a:spcBef>
              <a:spcAft>
                <a:spcPts val="0"/>
              </a:spcAft>
              <a:buClr>
                <a:srgbClr val="000000"/>
              </a:buClr>
              <a:buSzPts val="1600"/>
              <a:buFont typeface="Nunito"/>
              <a:buChar char="●"/>
            </a:pPr>
            <a:r>
              <a:rPr lang="en" sz="1600">
                <a:latin typeface="Nunito"/>
                <a:ea typeface="Nunito"/>
                <a:cs typeface="Nunito"/>
                <a:sym typeface="Nunito"/>
              </a:rPr>
              <a:t>It took a significant amount of time of 60 minutes to generate the output after multiple tries</a:t>
            </a:r>
            <a:endParaRPr/>
          </a:p>
        </p:txBody>
      </p:sp>
      <p:pic>
        <p:nvPicPr>
          <p:cNvPr id="388" name="Google Shape;388;p14"/>
          <p:cNvPicPr preferRelativeResize="0"/>
          <p:nvPr/>
        </p:nvPicPr>
        <p:blipFill>
          <a:blip r:embed="rId3">
            <a:alphaModFix/>
          </a:blip>
          <a:stretch>
            <a:fillRect/>
          </a:stretch>
        </p:blipFill>
        <p:spPr>
          <a:xfrm>
            <a:off x="213400" y="2776150"/>
            <a:ext cx="8621600" cy="15417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15"/>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350">
                <a:solidFill>
                  <a:srgbClr val="0E39A9"/>
                </a:solidFill>
              </a:rPr>
              <a:t>Content Summarization – Sample Input/Output</a:t>
            </a:r>
            <a:endParaRPr sz="2350">
              <a:solidFill>
                <a:srgbClr val="0E39A9"/>
              </a:solidFill>
            </a:endParaRPr>
          </a:p>
        </p:txBody>
      </p:sp>
      <p:sp>
        <p:nvSpPr>
          <p:cNvPr id="394" name="Google Shape;394;p15"/>
          <p:cNvSpPr txBox="1"/>
          <p:nvPr/>
        </p:nvSpPr>
        <p:spPr>
          <a:xfrm>
            <a:off x="325250" y="808475"/>
            <a:ext cx="8397900" cy="23601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1000"/>
              </a:spcBef>
              <a:spcAft>
                <a:spcPts val="0"/>
              </a:spcAft>
              <a:buClr>
                <a:srgbClr val="000000"/>
              </a:buClr>
              <a:buSzPts val="1600"/>
              <a:buFont typeface="Nunito"/>
              <a:buChar char="●"/>
            </a:pPr>
            <a:r>
              <a:rPr lang="en" sz="1600">
                <a:latin typeface="Nunito"/>
                <a:ea typeface="Nunito"/>
                <a:cs typeface="Nunito"/>
                <a:sym typeface="Nunito"/>
              </a:rPr>
              <a:t>This was the prompt used for the second time -</a:t>
            </a:r>
            <a:endParaRPr sz="1600">
              <a:latin typeface="Nunito"/>
              <a:ea typeface="Nunito"/>
              <a:cs typeface="Nunito"/>
              <a:sym typeface="Nunito"/>
            </a:endParaRPr>
          </a:p>
          <a:p>
            <a:pPr indent="0" lvl="0" marL="0" marR="0" rtl="0" algn="l">
              <a:lnSpc>
                <a:spcPct val="115000"/>
              </a:lnSpc>
              <a:spcBef>
                <a:spcPts val="1000"/>
              </a:spcBef>
              <a:spcAft>
                <a:spcPts val="0"/>
              </a:spcAft>
              <a:buNone/>
            </a:pPr>
            <a:r>
              <a:t/>
            </a:r>
            <a:endParaRPr sz="1600">
              <a:latin typeface="Nunito"/>
              <a:ea typeface="Nunito"/>
              <a:cs typeface="Nunito"/>
              <a:sym typeface="Nunito"/>
            </a:endParaRPr>
          </a:p>
          <a:p>
            <a:pPr indent="0" lvl="0" marL="0" marR="0" rtl="0" algn="l">
              <a:lnSpc>
                <a:spcPct val="115000"/>
              </a:lnSpc>
              <a:spcBef>
                <a:spcPts val="1000"/>
              </a:spcBef>
              <a:spcAft>
                <a:spcPts val="0"/>
              </a:spcAft>
              <a:buNone/>
            </a:pPr>
            <a:r>
              <a:t/>
            </a:r>
            <a:endParaRPr sz="1600">
              <a:latin typeface="Nunito"/>
              <a:ea typeface="Nunito"/>
              <a:cs typeface="Nunito"/>
              <a:sym typeface="Nunito"/>
            </a:endParaRPr>
          </a:p>
          <a:p>
            <a:pPr indent="0" lvl="0" marL="0" marR="0" rtl="0" algn="l">
              <a:lnSpc>
                <a:spcPct val="115000"/>
              </a:lnSpc>
              <a:spcBef>
                <a:spcPts val="1000"/>
              </a:spcBef>
              <a:spcAft>
                <a:spcPts val="0"/>
              </a:spcAft>
              <a:buNone/>
            </a:pPr>
            <a:r>
              <a:t/>
            </a:r>
            <a:endParaRPr sz="1600">
              <a:latin typeface="Nunito"/>
              <a:ea typeface="Nunito"/>
              <a:cs typeface="Nunito"/>
              <a:sym typeface="Nunito"/>
            </a:endParaRPr>
          </a:p>
          <a:p>
            <a:pPr indent="-330200" lvl="0" marL="457200" marR="0" rtl="0" algn="l">
              <a:lnSpc>
                <a:spcPct val="115000"/>
              </a:lnSpc>
              <a:spcBef>
                <a:spcPts val="1000"/>
              </a:spcBef>
              <a:spcAft>
                <a:spcPts val="0"/>
              </a:spcAft>
              <a:buSzPts val="1600"/>
              <a:buFont typeface="Nunito"/>
              <a:buChar char="●"/>
            </a:pPr>
            <a:r>
              <a:rPr lang="en" sz="1600">
                <a:latin typeface="Nunito"/>
                <a:ea typeface="Nunito"/>
                <a:cs typeface="Nunito"/>
                <a:sym typeface="Nunito"/>
              </a:rPr>
              <a:t>The JSON output was generated relatively faster this time and below is the snapshot of the output</a:t>
            </a:r>
            <a:endParaRPr sz="1600">
              <a:latin typeface="Nunito"/>
              <a:ea typeface="Nunito"/>
              <a:cs typeface="Nunito"/>
              <a:sym typeface="Nunito"/>
            </a:endParaRPr>
          </a:p>
        </p:txBody>
      </p:sp>
      <p:pic>
        <p:nvPicPr>
          <p:cNvPr id="395" name="Google Shape;395;p15"/>
          <p:cNvPicPr preferRelativeResize="0"/>
          <p:nvPr/>
        </p:nvPicPr>
        <p:blipFill>
          <a:blip r:embed="rId3">
            <a:alphaModFix/>
          </a:blip>
          <a:stretch>
            <a:fillRect/>
          </a:stretch>
        </p:blipFill>
        <p:spPr>
          <a:xfrm>
            <a:off x="1033287" y="1239574"/>
            <a:ext cx="7077426" cy="1077000"/>
          </a:xfrm>
          <a:prstGeom prst="rect">
            <a:avLst/>
          </a:prstGeom>
          <a:noFill/>
          <a:ln>
            <a:noFill/>
          </a:ln>
        </p:spPr>
      </p:pic>
      <p:pic>
        <p:nvPicPr>
          <p:cNvPr id="396" name="Google Shape;396;p15"/>
          <p:cNvPicPr preferRelativeResize="0"/>
          <p:nvPr/>
        </p:nvPicPr>
        <p:blipFill>
          <a:blip r:embed="rId4">
            <a:alphaModFix/>
          </a:blip>
          <a:stretch>
            <a:fillRect/>
          </a:stretch>
        </p:blipFill>
        <p:spPr>
          <a:xfrm>
            <a:off x="1296875" y="3151375"/>
            <a:ext cx="5790214" cy="19533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16"/>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350">
                <a:solidFill>
                  <a:srgbClr val="0E39A9"/>
                </a:solidFill>
              </a:rPr>
              <a:t>Content Summarization – Raw Model Output</a:t>
            </a:r>
            <a:endParaRPr sz="2350">
              <a:solidFill>
                <a:srgbClr val="0E39A9"/>
              </a:solidFill>
            </a:endParaRPr>
          </a:p>
        </p:txBody>
      </p:sp>
      <p:sp>
        <p:nvSpPr>
          <p:cNvPr id="402" name="Google Shape;402;p16"/>
          <p:cNvSpPr txBox="1"/>
          <p:nvPr/>
        </p:nvSpPr>
        <p:spPr>
          <a:xfrm>
            <a:off x="325250" y="808475"/>
            <a:ext cx="8397900" cy="4311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1000"/>
              </a:spcBef>
              <a:spcAft>
                <a:spcPts val="0"/>
              </a:spcAft>
              <a:buClr>
                <a:srgbClr val="000000"/>
              </a:buClr>
              <a:buSzPts val="1600"/>
              <a:buFont typeface="Nunito"/>
              <a:buChar char="●"/>
            </a:pPr>
            <a:r>
              <a:rPr lang="en" sz="1600">
                <a:latin typeface="Nunito"/>
                <a:ea typeface="Nunito"/>
                <a:cs typeface="Nunito"/>
                <a:sym typeface="Nunito"/>
              </a:rPr>
              <a:t>The partial </a:t>
            </a:r>
            <a:r>
              <a:rPr b="0" i="0" lang="en" sz="1600" u="none" cap="none" strike="noStrike">
                <a:solidFill>
                  <a:srgbClr val="000000"/>
                </a:solidFill>
                <a:latin typeface="Nunito"/>
                <a:ea typeface="Nunito"/>
                <a:cs typeface="Nunito"/>
                <a:sym typeface="Nunito"/>
              </a:rPr>
              <a:t>snapshot of the resultant dataframe with raw data is shown b</a:t>
            </a:r>
            <a:r>
              <a:rPr lang="en" sz="1600">
                <a:latin typeface="Nunito"/>
                <a:ea typeface="Nunito"/>
                <a:cs typeface="Nunito"/>
                <a:sym typeface="Nunito"/>
              </a:rPr>
              <a:t>elow </a:t>
            </a:r>
            <a:endParaRPr/>
          </a:p>
        </p:txBody>
      </p:sp>
      <p:pic>
        <p:nvPicPr>
          <p:cNvPr id="403" name="Google Shape;403;p16"/>
          <p:cNvPicPr preferRelativeResize="0"/>
          <p:nvPr/>
        </p:nvPicPr>
        <p:blipFill>
          <a:blip r:embed="rId3">
            <a:alphaModFix/>
          </a:blip>
          <a:stretch>
            <a:fillRect/>
          </a:stretch>
        </p:blipFill>
        <p:spPr>
          <a:xfrm>
            <a:off x="2257475" y="1328925"/>
            <a:ext cx="4879927" cy="35991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17"/>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350">
                <a:solidFill>
                  <a:srgbClr val="0E39A9"/>
                </a:solidFill>
              </a:rPr>
              <a:t>Content Summarization – Final Output</a:t>
            </a:r>
            <a:endParaRPr sz="2350">
              <a:solidFill>
                <a:srgbClr val="0E39A9"/>
              </a:solidFill>
            </a:endParaRPr>
          </a:p>
        </p:txBody>
      </p:sp>
      <p:sp>
        <p:nvSpPr>
          <p:cNvPr id="409" name="Google Shape;409;p17"/>
          <p:cNvSpPr txBox="1"/>
          <p:nvPr/>
        </p:nvSpPr>
        <p:spPr>
          <a:xfrm>
            <a:off x="325250" y="656075"/>
            <a:ext cx="8397900" cy="19485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1000"/>
              </a:spcBef>
              <a:spcAft>
                <a:spcPts val="0"/>
              </a:spcAft>
              <a:buClr>
                <a:srgbClr val="000000"/>
              </a:buClr>
              <a:buSzPts val="1600"/>
              <a:buFont typeface="Nunito"/>
              <a:buChar char="●"/>
            </a:pPr>
            <a:r>
              <a:rPr lang="en" sz="1600">
                <a:latin typeface="Nunito"/>
                <a:ea typeface="Nunito"/>
                <a:cs typeface="Nunito"/>
                <a:sym typeface="Nunito"/>
              </a:rPr>
              <a:t>The final formatted output was generated using the following steps</a:t>
            </a:r>
            <a:endParaRPr sz="1600">
              <a:latin typeface="Nunito"/>
              <a:ea typeface="Nunito"/>
              <a:cs typeface="Nunito"/>
              <a:sym typeface="Nunito"/>
            </a:endParaRPr>
          </a:p>
          <a:p>
            <a:pPr indent="-330200" lvl="1" marL="914400" marR="0" rtl="0" algn="l">
              <a:lnSpc>
                <a:spcPct val="115000"/>
              </a:lnSpc>
              <a:spcBef>
                <a:spcPts val="1000"/>
              </a:spcBef>
              <a:spcAft>
                <a:spcPts val="0"/>
              </a:spcAft>
              <a:buSzPts val="1600"/>
              <a:buFont typeface="Nunito"/>
              <a:buChar char="○"/>
            </a:pPr>
            <a:r>
              <a:rPr lang="en" sz="1600">
                <a:latin typeface="Nunito"/>
                <a:ea typeface="Nunito"/>
                <a:cs typeface="Nunito"/>
                <a:sym typeface="Nunito"/>
              </a:rPr>
              <a:t>JSON Content was extracted and parsed </a:t>
            </a:r>
            <a:endParaRPr sz="1600">
              <a:latin typeface="Nunito"/>
              <a:ea typeface="Nunito"/>
              <a:cs typeface="Nunito"/>
              <a:sym typeface="Nunito"/>
            </a:endParaRPr>
          </a:p>
          <a:p>
            <a:pPr indent="-330200" lvl="1" marL="914400" marR="0" rtl="0" algn="l">
              <a:lnSpc>
                <a:spcPct val="115000"/>
              </a:lnSpc>
              <a:spcBef>
                <a:spcPts val="1000"/>
              </a:spcBef>
              <a:spcAft>
                <a:spcPts val="0"/>
              </a:spcAft>
              <a:buSzPts val="1600"/>
              <a:buFont typeface="Nunito"/>
              <a:buChar char="○"/>
            </a:pPr>
            <a:r>
              <a:rPr lang="en" sz="1600">
                <a:latin typeface="Nunito"/>
                <a:ea typeface="Nunito"/>
                <a:cs typeface="Nunito"/>
                <a:sym typeface="Nunito"/>
              </a:rPr>
              <a:t>The parsed content was normalized</a:t>
            </a:r>
            <a:endParaRPr sz="1600">
              <a:latin typeface="Nunito"/>
              <a:ea typeface="Nunito"/>
              <a:cs typeface="Nunito"/>
              <a:sym typeface="Nunito"/>
            </a:endParaRPr>
          </a:p>
          <a:p>
            <a:pPr indent="-330200" lvl="1" marL="914400" marR="0" rtl="0" algn="l">
              <a:lnSpc>
                <a:spcPct val="115000"/>
              </a:lnSpc>
              <a:spcBef>
                <a:spcPts val="1000"/>
              </a:spcBef>
              <a:spcAft>
                <a:spcPts val="0"/>
              </a:spcAft>
              <a:buSzPts val="1600"/>
              <a:buFont typeface="Nunito"/>
              <a:buChar char="○"/>
            </a:pPr>
            <a:r>
              <a:rPr lang="en" sz="1600">
                <a:latin typeface="Nunito"/>
                <a:ea typeface="Nunito"/>
                <a:cs typeface="Nunito"/>
                <a:sym typeface="Nunito"/>
              </a:rPr>
              <a:t>The data was finally parsed into 'Week End Date', 'News', 'Week Positive Events', 'Week Negative Events' columns</a:t>
            </a:r>
            <a:endParaRPr/>
          </a:p>
        </p:txBody>
      </p:sp>
      <p:pic>
        <p:nvPicPr>
          <p:cNvPr id="410" name="Google Shape;410;p17"/>
          <p:cNvPicPr preferRelativeResize="0"/>
          <p:nvPr/>
        </p:nvPicPr>
        <p:blipFill>
          <a:blip r:embed="rId3">
            <a:alphaModFix/>
          </a:blip>
          <a:stretch>
            <a:fillRect/>
          </a:stretch>
        </p:blipFill>
        <p:spPr>
          <a:xfrm>
            <a:off x="2477900" y="2637075"/>
            <a:ext cx="4188200" cy="24798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18"/>
          <p:cNvSpPr/>
          <p:nvPr/>
        </p:nvSpPr>
        <p:spPr>
          <a:xfrm>
            <a:off x="0" y="3442950"/>
            <a:ext cx="9162600" cy="780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18"/>
          <p:cNvSpPr txBox="1"/>
          <p:nvPr/>
        </p:nvSpPr>
        <p:spPr>
          <a:xfrm>
            <a:off x="32525" y="3526575"/>
            <a:ext cx="44187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lt1"/>
                </a:solidFill>
                <a:latin typeface="Nunito"/>
                <a:ea typeface="Nunito"/>
                <a:cs typeface="Nunito"/>
                <a:sym typeface="Nunito"/>
              </a:rPr>
              <a:t>APPENDIX</a:t>
            </a:r>
            <a:endParaRPr b="1" i="0" sz="2800" u="none" cap="none" strike="noStrike">
              <a:solidFill>
                <a:schemeClr val="lt1"/>
              </a:solidFill>
              <a:latin typeface="Nunito"/>
              <a:ea typeface="Nunito"/>
              <a:cs typeface="Nunito"/>
              <a:sym typeface="Nuni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19"/>
          <p:cNvSpPr txBox="1"/>
          <p:nvPr>
            <p:ph type="title"/>
          </p:nvPr>
        </p:nvSpPr>
        <p:spPr>
          <a:xfrm>
            <a:off x="202550" y="1368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Data Background and Contents</a:t>
            </a:r>
            <a:endParaRPr sz="2400">
              <a:solidFill>
                <a:srgbClr val="0E39A9"/>
              </a:solidFill>
            </a:endParaRPr>
          </a:p>
        </p:txBody>
      </p:sp>
      <p:sp>
        <p:nvSpPr>
          <p:cNvPr id="422" name="Google Shape;422;p19"/>
          <p:cNvSpPr txBox="1"/>
          <p:nvPr/>
        </p:nvSpPr>
        <p:spPr>
          <a:xfrm>
            <a:off x="325250" y="808475"/>
            <a:ext cx="8397900" cy="30549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000"/>
              </a:spcBef>
              <a:spcAft>
                <a:spcPts val="0"/>
              </a:spcAft>
              <a:buSzPts val="1600"/>
              <a:buFont typeface="Nunito"/>
              <a:buChar char="●"/>
            </a:pPr>
            <a:r>
              <a:rPr lang="en" sz="1600">
                <a:latin typeface="Nunito"/>
                <a:ea typeface="Nunito"/>
                <a:cs typeface="Nunito"/>
                <a:sym typeface="Nunito"/>
              </a:rPr>
              <a:t>The tuned GloVe model was chosen as it performed the best compared to Word2Vec and Sentence Performer</a:t>
            </a:r>
            <a:endParaRPr sz="1600">
              <a:latin typeface="Nunito"/>
              <a:ea typeface="Nunito"/>
              <a:cs typeface="Nunito"/>
              <a:sym typeface="Nunito"/>
            </a:endParaRPr>
          </a:p>
          <a:p>
            <a:pPr indent="-330200" lvl="0" marL="457200" rtl="0" algn="l">
              <a:lnSpc>
                <a:spcPct val="115000"/>
              </a:lnSpc>
              <a:spcBef>
                <a:spcPts val="1000"/>
              </a:spcBef>
              <a:spcAft>
                <a:spcPts val="0"/>
              </a:spcAft>
              <a:buSzPts val="1600"/>
              <a:buFont typeface="Nunito"/>
              <a:buChar char="●"/>
            </a:pPr>
            <a:r>
              <a:rPr lang="en" sz="1600">
                <a:latin typeface="Nunito"/>
                <a:ea typeface="Nunito"/>
                <a:cs typeface="Nunito"/>
                <a:sym typeface="Nunito"/>
              </a:rPr>
              <a:t>The dataset was divided into three parts such as training, validation and test sets based on the first 4 months of the year 2019</a:t>
            </a:r>
            <a:endParaRPr sz="1600">
              <a:latin typeface="Nunito"/>
              <a:ea typeface="Nunito"/>
              <a:cs typeface="Nunito"/>
              <a:sym typeface="Nunito"/>
            </a:endParaRPr>
          </a:p>
          <a:p>
            <a:pPr indent="-330200" lvl="0" marL="457200" rtl="0" algn="l">
              <a:lnSpc>
                <a:spcPct val="115000"/>
              </a:lnSpc>
              <a:spcBef>
                <a:spcPts val="1000"/>
              </a:spcBef>
              <a:spcAft>
                <a:spcPts val="0"/>
              </a:spcAft>
              <a:buSzPts val="1600"/>
              <a:buFont typeface="Nunito"/>
              <a:buChar char="●"/>
            </a:pPr>
            <a:r>
              <a:rPr lang="en" sz="1600">
                <a:latin typeface="Nunito"/>
                <a:ea typeface="Nunito"/>
                <a:cs typeface="Nunito"/>
                <a:sym typeface="Nunito"/>
              </a:rPr>
              <a:t>The data was </a:t>
            </a:r>
            <a:r>
              <a:rPr lang="en" sz="1600">
                <a:latin typeface="Nunito"/>
                <a:ea typeface="Nunito"/>
                <a:cs typeface="Nunito"/>
                <a:sym typeface="Nunito"/>
              </a:rPr>
              <a:t>vectorized using Word2Vec, GloVe and Sentence Transformer models</a:t>
            </a:r>
            <a:endParaRPr sz="1600">
              <a:latin typeface="Nunito"/>
              <a:ea typeface="Nunito"/>
              <a:cs typeface="Nunito"/>
              <a:sym typeface="Nunito"/>
            </a:endParaRPr>
          </a:p>
          <a:p>
            <a:pPr indent="-330200" lvl="0" marL="457200" rtl="0" algn="l">
              <a:lnSpc>
                <a:spcPct val="115000"/>
              </a:lnSpc>
              <a:spcBef>
                <a:spcPts val="1000"/>
              </a:spcBef>
              <a:spcAft>
                <a:spcPts val="0"/>
              </a:spcAft>
              <a:buSzPts val="1600"/>
              <a:buFont typeface="Nunito"/>
              <a:buChar char="●"/>
            </a:pPr>
            <a:r>
              <a:rPr lang="en" sz="1600">
                <a:latin typeface="Nunito"/>
                <a:ea typeface="Nunito"/>
                <a:cs typeface="Nunito"/>
                <a:sym typeface="Nunito"/>
              </a:rPr>
              <a:t> The model was evaluated by comparing training and validation performances using </a:t>
            </a:r>
            <a:endParaRPr sz="1600">
              <a:latin typeface="Nunito"/>
              <a:ea typeface="Nunito"/>
              <a:cs typeface="Nunito"/>
              <a:sym typeface="Nunito"/>
            </a:endParaRPr>
          </a:p>
          <a:p>
            <a:pPr indent="-330200" lvl="1" marL="914400" rtl="0" algn="l">
              <a:lnSpc>
                <a:spcPct val="115000"/>
              </a:lnSpc>
              <a:spcBef>
                <a:spcPts val="1000"/>
              </a:spcBef>
              <a:spcAft>
                <a:spcPts val="0"/>
              </a:spcAft>
              <a:buSzPts val="1600"/>
              <a:buFont typeface="Nunito"/>
              <a:buChar char="○"/>
            </a:pPr>
            <a:r>
              <a:rPr lang="en" sz="1600">
                <a:latin typeface="Nunito"/>
                <a:ea typeface="Nunito"/>
                <a:cs typeface="Nunito"/>
                <a:sym typeface="Nunito"/>
              </a:rPr>
              <a:t>Performance metrics that included Accuracy, Recall, Precision and F1 score</a:t>
            </a:r>
            <a:endParaRPr sz="1600">
              <a:latin typeface="Nunito"/>
              <a:ea typeface="Nunito"/>
              <a:cs typeface="Nunito"/>
              <a:sym typeface="Nunito"/>
            </a:endParaRPr>
          </a:p>
          <a:p>
            <a:pPr indent="-330200" lvl="1" marL="914400" rtl="0" algn="l">
              <a:lnSpc>
                <a:spcPct val="115000"/>
              </a:lnSpc>
              <a:spcBef>
                <a:spcPts val="1000"/>
              </a:spcBef>
              <a:spcAft>
                <a:spcPts val="0"/>
              </a:spcAft>
              <a:buSzPts val="1600"/>
              <a:buFont typeface="Nunito"/>
              <a:buChar char="○"/>
            </a:pPr>
            <a:r>
              <a:rPr lang="en" sz="1600">
                <a:latin typeface="Nunito"/>
                <a:ea typeface="Nunito"/>
                <a:cs typeface="Nunito"/>
                <a:sym typeface="Nunito"/>
              </a:rPr>
              <a:t>Confusion Matrix</a:t>
            </a:r>
            <a:endParaRPr sz="1600">
              <a:latin typeface="Nunito"/>
              <a:ea typeface="Nunito"/>
              <a:cs typeface="Nunito"/>
              <a:sym typeface="Nuni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21"/>
          <p:cNvSpPr txBox="1"/>
          <p:nvPr>
            <p:ph type="title"/>
          </p:nvPr>
        </p:nvSpPr>
        <p:spPr>
          <a:xfrm>
            <a:off x="70129" y="6703219"/>
            <a:ext cx="15008700" cy="697800"/>
          </a:xfrm>
          <a:prstGeom prst="rect">
            <a:avLst/>
          </a:prstGeom>
          <a:noFill/>
          <a:ln>
            <a:noFill/>
          </a:ln>
        </p:spPr>
        <p:txBody>
          <a:bodyPr anchorCtr="0" anchor="t" bIns="0" lIns="0" spcFirstLastPara="1" rIns="0" wrap="square" tIns="12850">
            <a:noAutofit/>
          </a:bodyPr>
          <a:lstStyle/>
          <a:p>
            <a:pPr indent="0" lvl="0" marL="0" rtl="0" algn="l">
              <a:lnSpc>
                <a:spcPct val="100000"/>
              </a:lnSpc>
              <a:spcBef>
                <a:spcPts val="0"/>
              </a:spcBef>
              <a:spcAft>
                <a:spcPts val="0"/>
              </a:spcAft>
              <a:buSzPts val="2200"/>
              <a:buNone/>
            </a:pPr>
            <a:r>
              <a:t/>
            </a:r>
            <a:endParaRPr/>
          </a:p>
        </p:txBody>
      </p:sp>
      <p:sp>
        <p:nvSpPr>
          <p:cNvPr id="430" name="Google Shape;430;p21"/>
          <p:cNvSpPr txBox="1"/>
          <p:nvPr>
            <p:ph idx="4294967295"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Harish R</dc:creator>
</cp:coreProperties>
</file>